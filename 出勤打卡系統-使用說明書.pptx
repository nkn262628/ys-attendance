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9" r:id="rId3"/>
    <p:sldId id="261" r:id="rId4"/>
    <p:sldId id="262" r:id="rId5"/>
    <p:sldId id="260" r:id="rId6"/>
    <p:sldId id="271" r:id="rId7"/>
    <p:sldId id="264" r:id="rId8"/>
    <p:sldId id="270" r:id="rId9"/>
    <p:sldId id="269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A3A4"/>
    <a:srgbClr val="0F4C5C"/>
    <a:srgbClr val="D5DAD8"/>
    <a:srgbClr val="F7BC49"/>
    <a:srgbClr val="FFFFFF"/>
    <a:srgbClr val="9C6B1F"/>
    <a:srgbClr val="EAD9AE"/>
    <a:srgbClr val="FDF2DE"/>
    <a:srgbClr val="1F8F86"/>
    <a:srgbClr val="DCEE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34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776426-E89D-4A41-B4FF-E31522D58B03}" type="datetimeFigureOut">
              <a:rPr lang="zh-TW" altLang="en-US" smtClean="0"/>
              <a:t>2026/7/21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46D834-BF1E-43DF-B0AC-67BF944ABA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8094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46D834-BF1E-43DF-B0AC-67BF944ABA6D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7629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46D834-BF1E-43DF-B0AC-67BF944ABA6D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802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D8B8A-0F04-D7AC-7823-88FC731C9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BD8DBFC-CBF4-FB73-28F6-A0506A75D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CF289DE-A48D-FC81-2072-EBF02CFF54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83FA8C-7DCE-BE72-6627-7B3BA08EE9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46D834-BF1E-43DF-B0AC-67BF944ABA6D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975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bg>
      <p:bgPr>
        <a:solidFill>
          <a:srgbClr val="14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3D61CA-35C1-E779-E89E-7A30526F8B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982AC66-EAC1-6793-4344-5DA7748A6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F13760-8616-0C66-6237-C13A4B47B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B7D7-A615-4EBC-AC00-85E88FB77C4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79866801-2C1C-926D-8543-005713E25133}"/>
              </a:ext>
            </a:extLst>
          </p:cNvPr>
          <p:cNvSpPr/>
          <p:nvPr userDrawn="1"/>
        </p:nvSpPr>
        <p:spPr>
          <a:xfrm>
            <a:off x="868680" y="4160520"/>
            <a:ext cx="2926080" cy="0"/>
          </a:xfrm>
          <a:prstGeom prst="line">
            <a:avLst/>
          </a:prstGeom>
          <a:noFill/>
          <a:ln w="25400">
            <a:solidFill>
              <a:srgbClr val="1F8F8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2506B03-41F1-EC68-2731-FE0372EA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62445"/>
            <a:ext cx="1082040" cy="108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06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bg>
      <p:bgPr>
        <a:solidFill>
          <a:srgbClr val="EE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5B2098A2-B8F3-8F80-DC21-A21C5778C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5">
            <a:extLst>
              <a:ext uri="{FF2B5EF4-FFF2-40B4-BE49-F238E27FC236}">
                <a16:creationId xmlns:a16="http://schemas.microsoft.com/office/drawing/2014/main" id="{A44BDDDA-0DB6-8F71-7775-22AFA9C12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47BB7D7-A615-4EBC-AC00-85E88FB77C4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D4AB64E-A91A-87E0-FC11-9F41B5A50836}"/>
              </a:ext>
            </a:extLst>
          </p:cNvPr>
          <p:cNvSpPr/>
          <p:nvPr userDrawn="1"/>
        </p:nvSpPr>
        <p:spPr>
          <a:xfrm>
            <a:off x="838200" y="6395069"/>
            <a:ext cx="3070123" cy="2876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TW" altLang="en-US" sz="10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威志雲端｜出勤打卡系統  </a:t>
            </a:r>
            <a:r>
              <a:rPr lang="en-US" altLang="zh-TW" sz="10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zh-TW" altLang="en-US" sz="10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客戶操作指南</a:t>
            </a:r>
            <a:endParaRPr lang="en-US" altLang="zh-TW" sz="1000" dirty="0">
              <a:solidFill>
                <a:srgbClr val="6E7C8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72152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828075-3C3B-A552-0570-382A06980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940F554-33BF-15C7-4BCE-85DCE70D7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D0C9B-ABCC-4922-9DD5-D10E46DECDB6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BB542E5-180D-4EA3-0915-F1551FE00923}"/>
              </a:ext>
            </a:extLst>
          </p:cNvPr>
          <p:cNvSpPr/>
          <p:nvPr userDrawn="1"/>
        </p:nvSpPr>
        <p:spPr>
          <a:xfrm>
            <a:off x="838200" y="6395069"/>
            <a:ext cx="3070123" cy="2876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TW" altLang="en-US" sz="10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威志雲端｜出勤打卡系統  </a:t>
            </a:r>
            <a:r>
              <a:rPr lang="en-US" altLang="zh-TW" sz="10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zh-TW" altLang="en-US" sz="10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客戶操作指南</a:t>
            </a:r>
            <a:endParaRPr lang="en-US" altLang="zh-TW" sz="1000" dirty="0">
              <a:solidFill>
                <a:srgbClr val="6E7C8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98909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投影片">
    <p:bg>
      <p:bgPr>
        <a:solidFill>
          <a:srgbClr val="14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828075-3C3B-A552-0570-382A06980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940F554-33BF-15C7-4BCE-85DCE70D7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D0C9B-ABCC-4922-9DD5-D10E46DECDB6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BB542E5-180D-4EA3-0915-F1551FE00923}"/>
              </a:ext>
            </a:extLst>
          </p:cNvPr>
          <p:cNvSpPr/>
          <p:nvPr userDrawn="1"/>
        </p:nvSpPr>
        <p:spPr>
          <a:xfrm>
            <a:off x="838200" y="6395069"/>
            <a:ext cx="3070123" cy="2876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TW" altLang="en-US" sz="10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威志雲端｜出勤打卡系統  </a:t>
            </a:r>
            <a:r>
              <a:rPr lang="en-US" altLang="zh-TW" sz="10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zh-TW" altLang="en-US" sz="1000" dirty="0">
                <a:solidFill>
                  <a:srgbClr val="6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客戶操作指南</a:t>
            </a:r>
            <a:endParaRPr lang="en-US" altLang="zh-TW" sz="1000" dirty="0">
              <a:solidFill>
                <a:srgbClr val="6E7C8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3991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bg>
      <p:bgPr>
        <a:solidFill>
          <a:srgbClr val="14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D766D0B-F882-44B2-CC22-FF2ACD74E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81EEDB9-B378-8F81-AF0E-30262BB07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BB7D7-A615-4EBC-AC00-85E88FB77C47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D69D545-6BD8-FB4D-3E8A-EEB73784CF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4827" y="2080260"/>
            <a:ext cx="1082040" cy="108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6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1C5219-1071-C985-EAC7-16D58DF9EA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BA220B-E5B1-2B78-1D29-8CE13BA11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D0C9B-ABCC-4922-9DD5-D10E46DECD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0476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49" r:id="rId3"/>
    <p:sldLayoutId id="2147483654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E8820E9-90A1-61B4-0272-5AA03B2ACB37}"/>
              </a:ext>
            </a:extLst>
          </p:cNvPr>
          <p:cNvSpPr/>
          <p:nvPr/>
        </p:nvSpPr>
        <p:spPr>
          <a:xfrm>
            <a:off x="822960" y="2369124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4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出勤打卡系統</a:t>
            </a:r>
            <a:endParaRPr 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D2827F9-74C8-6DED-3951-2B2AAE75C5BF}"/>
              </a:ext>
            </a:extLst>
          </p:cNvPr>
          <p:cNvSpPr/>
          <p:nvPr/>
        </p:nvSpPr>
        <p:spPr>
          <a:xfrm>
            <a:off x="868680" y="3429000"/>
            <a:ext cx="9098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2000" b="1" dirty="0">
                <a:solidFill>
                  <a:srgbClr val="8DA3A4"/>
                </a:solidFill>
                <a:latin typeface="Microsoft JhengHei" pitchFamily="34" charset="0"/>
                <a:ea typeface="Microsoft JhengHei" pitchFamily="34" charset="-122"/>
              </a:rPr>
              <a:t>客戶操作指南</a:t>
            </a:r>
            <a:endParaRPr lang="en-US" altLang="zh-TW" sz="2000" dirty="0">
              <a:solidFill>
                <a:srgbClr val="8DA3A4"/>
              </a:solidFill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9776999-C6D0-D811-071E-5C6F74CACC57}"/>
              </a:ext>
            </a:extLst>
          </p:cNvPr>
          <p:cNvSpPr/>
          <p:nvPr/>
        </p:nvSpPr>
        <p:spPr>
          <a:xfrm>
            <a:off x="77724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威志雲端　Y'S CLOUD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928436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4">
            <a:extLst>
              <a:ext uri="{FF2B5EF4-FFF2-40B4-BE49-F238E27FC236}">
                <a16:creationId xmlns:a16="http://schemas.microsoft.com/office/drawing/2014/main" id="{B66F7020-E3A2-96B5-588C-B4839603D5F2}"/>
              </a:ext>
            </a:extLst>
          </p:cNvPr>
          <p:cNvSpPr/>
          <p:nvPr/>
        </p:nvSpPr>
        <p:spPr>
          <a:xfrm>
            <a:off x="871220" y="3532580"/>
            <a:ext cx="0" cy="912420"/>
          </a:xfrm>
          <a:prstGeom prst="line">
            <a:avLst/>
          </a:prstGeom>
          <a:noFill/>
          <a:ln w="19050">
            <a:solidFill>
              <a:srgbClr val="D8DFDD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9" name="Shape 4">
            <a:extLst>
              <a:ext uri="{FF2B5EF4-FFF2-40B4-BE49-F238E27FC236}">
                <a16:creationId xmlns:a16="http://schemas.microsoft.com/office/drawing/2014/main" id="{AE37EBDA-07AD-3CDF-D617-46FD52115806}"/>
              </a:ext>
            </a:extLst>
          </p:cNvPr>
          <p:cNvSpPr/>
          <p:nvPr/>
        </p:nvSpPr>
        <p:spPr>
          <a:xfrm>
            <a:off x="871220" y="2261310"/>
            <a:ext cx="0" cy="738430"/>
          </a:xfrm>
          <a:prstGeom prst="line">
            <a:avLst/>
          </a:prstGeom>
          <a:noFill/>
          <a:ln w="19050">
            <a:solidFill>
              <a:srgbClr val="D8DFDD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Text 0">
            <a:extLst>
              <a:ext uri="{FF2B5EF4-FFF2-40B4-BE49-F238E27FC236}">
                <a16:creationId xmlns:a16="http://schemas.microsoft.com/office/drawing/2014/main" id="{56248283-75BC-136C-39CE-A668A7AEADFE}"/>
              </a:ext>
            </a:extLst>
          </p:cNvPr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6C6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STEP 1</a:t>
            </a:r>
            <a:endParaRPr lang="en-US" sz="13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Text 1">
            <a:extLst>
              <a:ext uri="{FF2B5EF4-FFF2-40B4-BE49-F238E27FC236}">
                <a16:creationId xmlns:a16="http://schemas.microsoft.com/office/drawing/2014/main" id="{C90ED74A-19E9-FA1C-72B0-61AA1ECE4DFF}"/>
              </a:ext>
            </a:extLst>
          </p:cNvPr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3000" b="1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加入好友並</a:t>
            </a:r>
            <a:r>
              <a:rPr lang="en-US" sz="3000" b="1" dirty="0" err="1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綁定帳號</a:t>
            </a:r>
            <a:endParaRPr lang="en-US" sz="3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1" name="Shape 2">
            <a:extLst>
              <a:ext uri="{FF2B5EF4-FFF2-40B4-BE49-F238E27FC236}">
                <a16:creationId xmlns:a16="http://schemas.microsoft.com/office/drawing/2014/main" id="{49F2DF6D-6167-581A-01FA-9B2F800898C6}"/>
              </a:ext>
            </a:extLst>
          </p:cNvPr>
          <p:cNvSpPr/>
          <p:nvPr/>
        </p:nvSpPr>
        <p:spPr>
          <a:xfrm>
            <a:off x="640080" y="176149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3D3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3" name="Text 3">
            <a:extLst>
              <a:ext uri="{FF2B5EF4-FFF2-40B4-BE49-F238E27FC236}">
                <a16:creationId xmlns:a16="http://schemas.microsoft.com/office/drawing/2014/main" id="{93790443-007E-BF4C-933C-47826C1B7948}"/>
              </a:ext>
            </a:extLst>
          </p:cNvPr>
          <p:cNvSpPr/>
          <p:nvPr/>
        </p:nvSpPr>
        <p:spPr>
          <a:xfrm>
            <a:off x="640080" y="176149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1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Text 4">
            <a:extLst>
              <a:ext uri="{FF2B5EF4-FFF2-40B4-BE49-F238E27FC236}">
                <a16:creationId xmlns:a16="http://schemas.microsoft.com/office/drawing/2014/main" id="{96C6932A-955C-92F4-2463-A8AC674FEC59}"/>
              </a:ext>
            </a:extLst>
          </p:cNvPr>
          <p:cNvSpPr/>
          <p:nvPr/>
        </p:nvSpPr>
        <p:spPr>
          <a:xfrm>
            <a:off x="1280160" y="171577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開啟 LINE 官方帳號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Text 5">
            <a:extLst>
              <a:ext uri="{FF2B5EF4-FFF2-40B4-BE49-F238E27FC236}">
                <a16:creationId xmlns:a16="http://schemas.microsoft.com/office/drawing/2014/main" id="{7FBA9107-436E-D999-C891-71706960B95B}"/>
              </a:ext>
            </a:extLst>
          </p:cNvPr>
          <p:cNvSpPr/>
          <p:nvPr/>
        </p:nvSpPr>
        <p:spPr>
          <a:xfrm>
            <a:off x="1280160" y="2045102"/>
            <a:ext cx="5120640" cy="427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zh-TW" altLang="en-US" sz="1200" dirty="0">
                <a:solidFill>
                  <a:srgbClr val="5B657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掃描 </a:t>
            </a:r>
            <a:r>
              <a:rPr lang="en-US" altLang="zh-TW" sz="1200" dirty="0">
                <a:solidFill>
                  <a:srgbClr val="5B657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QR Code </a:t>
            </a:r>
            <a:r>
              <a:rPr lang="zh-TW" altLang="en-US" sz="1200" dirty="0">
                <a:solidFill>
                  <a:srgbClr val="5B657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加入 </a:t>
            </a:r>
            <a:r>
              <a:rPr lang="en-US" altLang="zh-TW" sz="1200" dirty="0">
                <a:solidFill>
                  <a:srgbClr val="5B657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LINE </a:t>
            </a:r>
            <a:r>
              <a:rPr lang="zh-TW" altLang="en-US" sz="1200" dirty="0">
                <a:solidFill>
                  <a:srgbClr val="5B657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官方帳號，系統自動回覆歡迎訊息。</a:t>
            </a:r>
          </a:p>
        </p:txBody>
      </p:sp>
      <p:sp>
        <p:nvSpPr>
          <p:cNvPr id="79" name="Shape 6">
            <a:extLst>
              <a:ext uri="{FF2B5EF4-FFF2-40B4-BE49-F238E27FC236}">
                <a16:creationId xmlns:a16="http://schemas.microsoft.com/office/drawing/2014/main" id="{2FC9BACC-61F5-291C-C596-794A73A1E657}"/>
              </a:ext>
            </a:extLst>
          </p:cNvPr>
          <p:cNvSpPr/>
          <p:nvPr/>
        </p:nvSpPr>
        <p:spPr>
          <a:xfrm>
            <a:off x="640080" y="305181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3D3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1" name="Text 7">
            <a:extLst>
              <a:ext uri="{FF2B5EF4-FFF2-40B4-BE49-F238E27FC236}">
                <a16:creationId xmlns:a16="http://schemas.microsoft.com/office/drawing/2014/main" id="{6B2447EB-135B-0547-3D83-7902B1C2B835}"/>
              </a:ext>
            </a:extLst>
          </p:cNvPr>
          <p:cNvSpPr/>
          <p:nvPr/>
        </p:nvSpPr>
        <p:spPr>
          <a:xfrm>
            <a:off x="640080" y="305181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2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3" name="Text 8">
            <a:extLst>
              <a:ext uri="{FF2B5EF4-FFF2-40B4-BE49-F238E27FC236}">
                <a16:creationId xmlns:a16="http://schemas.microsoft.com/office/drawing/2014/main" id="{286713FB-7BEA-7762-4540-C6AE849E8891}"/>
              </a:ext>
            </a:extLst>
          </p:cNvPr>
          <p:cNvSpPr/>
          <p:nvPr/>
        </p:nvSpPr>
        <p:spPr>
          <a:xfrm>
            <a:off x="1280160" y="300609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輸入員工編號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5" name="Text 9">
            <a:extLst>
              <a:ext uri="{FF2B5EF4-FFF2-40B4-BE49-F238E27FC236}">
                <a16:creationId xmlns:a16="http://schemas.microsoft.com/office/drawing/2014/main" id="{749327B3-96E9-37D2-5F5B-FDDC6E93170E}"/>
              </a:ext>
            </a:extLst>
          </p:cNvPr>
          <p:cNvSpPr/>
          <p:nvPr/>
        </p:nvSpPr>
        <p:spPr>
          <a:xfrm>
            <a:off x="1280160" y="3335422"/>
            <a:ext cx="5120640" cy="427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zh-TW" altLang="en-US" sz="1200" dirty="0">
                <a:solidFill>
                  <a:srgbClr val="5B657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直接在對話中回復</a:t>
            </a:r>
            <a:r>
              <a:rPr lang="en-US" sz="1200" dirty="0">
                <a:solidFill>
                  <a:srgbClr val="5B657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員工編號</a:t>
            </a:r>
            <a:r>
              <a:rPr lang="zh-TW" altLang="en-US" sz="1200" dirty="0">
                <a:solidFill>
                  <a:srgbClr val="5B657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，或開啟綁定頁面，依照指示</a:t>
            </a:r>
            <a:r>
              <a:rPr lang="en-US" sz="1200" dirty="0">
                <a:solidFill>
                  <a:srgbClr val="5B657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完成身分綁定。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7" name="Shape 10">
            <a:extLst>
              <a:ext uri="{FF2B5EF4-FFF2-40B4-BE49-F238E27FC236}">
                <a16:creationId xmlns:a16="http://schemas.microsoft.com/office/drawing/2014/main" id="{03256354-BE70-0F04-4A16-634A57D3186A}"/>
              </a:ext>
            </a:extLst>
          </p:cNvPr>
          <p:cNvSpPr/>
          <p:nvPr/>
        </p:nvSpPr>
        <p:spPr>
          <a:xfrm>
            <a:off x="640080" y="440563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3D3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9" name="Text 11">
            <a:extLst>
              <a:ext uri="{FF2B5EF4-FFF2-40B4-BE49-F238E27FC236}">
                <a16:creationId xmlns:a16="http://schemas.microsoft.com/office/drawing/2014/main" id="{8F19C55D-1F4C-8421-5369-E89A5E4CA120}"/>
              </a:ext>
            </a:extLst>
          </p:cNvPr>
          <p:cNvSpPr/>
          <p:nvPr/>
        </p:nvSpPr>
        <p:spPr>
          <a:xfrm>
            <a:off x="640080" y="440563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3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1" name="Text 12">
            <a:extLst>
              <a:ext uri="{FF2B5EF4-FFF2-40B4-BE49-F238E27FC236}">
                <a16:creationId xmlns:a16="http://schemas.microsoft.com/office/drawing/2014/main" id="{C70987FB-3287-9591-1CFE-5B32F4E75F3D}"/>
              </a:ext>
            </a:extLst>
          </p:cNvPr>
          <p:cNvSpPr/>
          <p:nvPr/>
        </p:nvSpPr>
        <p:spPr>
          <a:xfrm>
            <a:off x="1280160" y="435991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綁定完成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3" name="Text 13">
            <a:extLst>
              <a:ext uri="{FF2B5EF4-FFF2-40B4-BE49-F238E27FC236}">
                <a16:creationId xmlns:a16="http://schemas.microsoft.com/office/drawing/2014/main" id="{31C5AA5C-90E8-7FC3-76C9-E98F4B7B2B59}"/>
              </a:ext>
            </a:extLst>
          </p:cNvPr>
          <p:cNvSpPr/>
          <p:nvPr/>
        </p:nvSpPr>
        <p:spPr>
          <a:xfrm>
            <a:off x="1280160" y="4689242"/>
            <a:ext cx="5266690" cy="427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5B657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系統會顯示綁定成功訊息，</a:t>
            </a:r>
            <a:r>
              <a:rPr lang="en-US" altLang="zh-TW" sz="1200" dirty="0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之後開啟選單即可直接打卡。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5" name="Shape 28">
            <a:extLst>
              <a:ext uri="{FF2B5EF4-FFF2-40B4-BE49-F238E27FC236}">
                <a16:creationId xmlns:a16="http://schemas.microsoft.com/office/drawing/2014/main" id="{DD138365-4DF9-21A8-FE6D-35943D8798FE}"/>
              </a:ext>
            </a:extLst>
          </p:cNvPr>
          <p:cNvSpPr/>
          <p:nvPr/>
        </p:nvSpPr>
        <p:spPr>
          <a:xfrm>
            <a:off x="640080" y="5445654"/>
            <a:ext cx="5760720" cy="572770"/>
          </a:xfrm>
          <a:prstGeom prst="roundRect">
            <a:avLst>
              <a:gd name="adj" fmla="val 14545"/>
            </a:avLst>
          </a:prstGeom>
          <a:solidFill>
            <a:srgbClr val="E7F3F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Text 29">
            <a:extLst>
              <a:ext uri="{FF2B5EF4-FFF2-40B4-BE49-F238E27FC236}">
                <a16:creationId xmlns:a16="http://schemas.microsoft.com/office/drawing/2014/main" id="{241D2E7F-8187-91F4-ED9E-FEBBDE03C6C2}"/>
              </a:ext>
            </a:extLst>
          </p:cNvPr>
          <p:cNvSpPr/>
          <p:nvPr/>
        </p:nvSpPr>
        <p:spPr>
          <a:xfrm>
            <a:off x="780190" y="5445654"/>
            <a:ext cx="5574890" cy="572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D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💡 </a:t>
            </a:r>
            <a:r>
              <a:rPr lang="en-US" sz="1200" dirty="0" err="1">
                <a:solidFill>
                  <a:srgbClr val="0B3D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只需要綁定一次，之後在同一支手機、同一個</a:t>
            </a:r>
            <a:r>
              <a:rPr lang="en-US" sz="1200" dirty="0">
                <a:solidFill>
                  <a:srgbClr val="0B3D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LINE </a:t>
            </a:r>
            <a:r>
              <a:rPr lang="en-US" sz="1200" dirty="0" err="1">
                <a:solidFill>
                  <a:srgbClr val="0B3D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帳號都會自動記住</a:t>
            </a:r>
            <a:r>
              <a:rPr lang="en-US" sz="1200" dirty="0">
                <a:solidFill>
                  <a:srgbClr val="0B3D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。</a:t>
            </a:r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742ABE8D-83AE-1A96-1CD5-2A902B403DD6}"/>
              </a:ext>
            </a:extLst>
          </p:cNvPr>
          <p:cNvSpPr/>
          <p:nvPr/>
        </p:nvSpPr>
        <p:spPr>
          <a:xfrm>
            <a:off x="7452360" y="1417320"/>
            <a:ext cx="2834640" cy="5074920"/>
          </a:xfrm>
          <a:prstGeom prst="roundRect">
            <a:avLst>
              <a:gd name="adj" fmla="val 9032"/>
            </a:avLst>
          </a:prstGeom>
          <a:solidFill>
            <a:srgbClr val="1F2937"/>
          </a:solidFill>
          <a:ln/>
          <a:effectLst>
            <a:outerShdw blurRad="127000" dist="50800" dir="5400000" algn="bl" rotWithShape="0">
              <a:srgbClr val="1F2937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6D09A269-3A49-762D-52DB-9EE0A91C0A23}"/>
              </a:ext>
            </a:extLst>
          </p:cNvPr>
          <p:cNvSpPr/>
          <p:nvPr/>
        </p:nvSpPr>
        <p:spPr>
          <a:xfrm>
            <a:off x="7534656" y="1589227"/>
            <a:ext cx="2670048" cy="4811573"/>
          </a:xfrm>
          <a:prstGeom prst="roundRect">
            <a:avLst>
              <a:gd name="adj" fmla="val 5479"/>
            </a:avLst>
          </a:prstGeom>
          <a:solidFill>
            <a:srgbClr val="F6F8F7"/>
          </a:solidFill>
          <a:ln/>
        </p:spPr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3ADECB6E-37F0-5514-C95F-B7A42ED2DB67}"/>
              </a:ext>
            </a:extLst>
          </p:cNvPr>
          <p:cNvSpPr/>
          <p:nvPr/>
        </p:nvSpPr>
        <p:spPr>
          <a:xfrm>
            <a:off x="7534656" y="1581912"/>
            <a:ext cx="2699345" cy="397377"/>
          </a:xfrm>
          <a:prstGeom prst="rect">
            <a:avLst/>
          </a:prstGeom>
          <a:solidFill>
            <a:srgbClr val="14293D"/>
          </a:solidFill>
          <a:ln/>
        </p:spPr>
        <p:txBody>
          <a:bodyPr/>
          <a:lstStyle/>
          <a:p>
            <a:endParaRPr lang="zh-TW" altLang="en-US" dirty="0"/>
          </a:p>
        </p:txBody>
      </p:sp>
      <p:sp>
        <p:nvSpPr>
          <p:cNvPr id="43" name="Shape 16">
            <a:extLst>
              <a:ext uri="{FF2B5EF4-FFF2-40B4-BE49-F238E27FC236}">
                <a16:creationId xmlns:a16="http://schemas.microsoft.com/office/drawing/2014/main" id="{62ADA7CE-AD7A-5586-7669-18E102653717}"/>
              </a:ext>
            </a:extLst>
          </p:cNvPr>
          <p:cNvSpPr/>
          <p:nvPr/>
        </p:nvSpPr>
        <p:spPr>
          <a:xfrm>
            <a:off x="8549640" y="1491386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10" name="圖片 109">
            <a:extLst>
              <a:ext uri="{FF2B5EF4-FFF2-40B4-BE49-F238E27FC236}">
                <a16:creationId xmlns:a16="http://schemas.microsoft.com/office/drawing/2014/main" id="{554409A4-C424-4208-0855-4D2ACAB412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419" y="1575558"/>
            <a:ext cx="400436" cy="400436"/>
          </a:xfrm>
          <a:prstGeom prst="rect">
            <a:avLst/>
          </a:prstGeom>
        </p:spPr>
      </p:pic>
      <p:sp>
        <p:nvSpPr>
          <p:cNvPr id="112" name="Text 23">
            <a:extLst>
              <a:ext uri="{FF2B5EF4-FFF2-40B4-BE49-F238E27FC236}">
                <a16:creationId xmlns:a16="http://schemas.microsoft.com/office/drawing/2014/main" id="{8516EB00-8E72-09C9-02BF-A4517822D92F}"/>
              </a:ext>
            </a:extLst>
          </p:cNvPr>
          <p:cNvSpPr/>
          <p:nvPr/>
        </p:nvSpPr>
        <p:spPr>
          <a:xfrm>
            <a:off x="8053102" y="1592713"/>
            <a:ext cx="1795749" cy="3832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ea typeface="Microsoft JhengHei" pitchFamily="34" charset="-122"/>
                <a:cs typeface="Microsoft JhengHei" pitchFamily="34" charset="-120"/>
              </a:rPr>
              <a:t>Y’s</a:t>
            </a:r>
            <a:r>
              <a:rPr lang="zh-TW" altLang="en-US" sz="1100" b="1" dirty="0">
                <a:solidFill>
                  <a:srgbClr val="FFFFFF"/>
                </a:solidFill>
                <a:ea typeface="Microsoft JhengHei" pitchFamily="34" charset="-122"/>
                <a:cs typeface="Microsoft JhengHei" pitchFamily="34" charset="-120"/>
              </a:rPr>
              <a:t>出勤管理 </a:t>
            </a:r>
            <a:r>
              <a:rPr lang="en-US" altLang="zh-TW" sz="1100" b="1" dirty="0">
                <a:solidFill>
                  <a:srgbClr val="FFFFFF"/>
                </a:solidFill>
                <a:ea typeface="Microsoft JhengHei" pitchFamily="34" charset="-122"/>
                <a:cs typeface="Microsoft JhengHei" pitchFamily="34" charset="-120"/>
              </a:rPr>
              <a:t>BOT</a:t>
            </a:r>
            <a:endParaRPr lang="en-US" sz="1100" dirty="0"/>
          </a:p>
        </p:txBody>
      </p:sp>
      <p:sp>
        <p:nvSpPr>
          <p:cNvPr id="118" name="Shape 25">
            <a:extLst>
              <a:ext uri="{FF2B5EF4-FFF2-40B4-BE49-F238E27FC236}">
                <a16:creationId xmlns:a16="http://schemas.microsoft.com/office/drawing/2014/main" id="{75E9D933-7F16-F188-C4F8-5FFE9FAEEB68}"/>
              </a:ext>
            </a:extLst>
          </p:cNvPr>
          <p:cNvSpPr/>
          <p:nvPr/>
        </p:nvSpPr>
        <p:spPr>
          <a:xfrm>
            <a:off x="7933706" y="2294251"/>
            <a:ext cx="2063734" cy="519697"/>
          </a:xfrm>
          <a:prstGeom prst="roundRect">
            <a:avLst>
              <a:gd name="adj" fmla="val 13158"/>
            </a:avLst>
          </a:prstGeom>
          <a:solidFill>
            <a:srgbClr val="14293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0" name="Shape 26">
            <a:extLst>
              <a:ext uri="{FF2B5EF4-FFF2-40B4-BE49-F238E27FC236}">
                <a16:creationId xmlns:a16="http://schemas.microsoft.com/office/drawing/2014/main" id="{AFFFD1FF-B540-0B73-D1A1-451F1452930E}"/>
              </a:ext>
            </a:extLst>
          </p:cNvPr>
          <p:cNvSpPr/>
          <p:nvPr/>
        </p:nvSpPr>
        <p:spPr>
          <a:xfrm>
            <a:off x="7933706" y="2772914"/>
            <a:ext cx="2063734" cy="128660"/>
          </a:xfrm>
          <a:prstGeom prst="rect">
            <a:avLst/>
          </a:prstGeom>
          <a:solidFill>
            <a:srgbClr val="14293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2" name="Shape 27">
            <a:extLst>
              <a:ext uri="{FF2B5EF4-FFF2-40B4-BE49-F238E27FC236}">
                <a16:creationId xmlns:a16="http://schemas.microsoft.com/office/drawing/2014/main" id="{7D77ADD4-F705-FB96-CA55-85060F587367}"/>
              </a:ext>
            </a:extLst>
          </p:cNvPr>
          <p:cNvSpPr/>
          <p:nvPr/>
        </p:nvSpPr>
        <p:spPr>
          <a:xfrm>
            <a:off x="7933706" y="2773827"/>
            <a:ext cx="2063734" cy="45719"/>
          </a:xfrm>
          <a:prstGeom prst="rect">
            <a:avLst/>
          </a:prstGeom>
          <a:solidFill>
            <a:srgbClr val="14293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4" name="Text 28">
            <a:extLst>
              <a:ext uri="{FF2B5EF4-FFF2-40B4-BE49-F238E27FC236}">
                <a16:creationId xmlns:a16="http://schemas.microsoft.com/office/drawing/2014/main" id="{51F47390-41C2-4FEB-BC2D-94BC023D8769}"/>
              </a:ext>
            </a:extLst>
          </p:cNvPr>
          <p:cNvSpPr/>
          <p:nvPr/>
        </p:nvSpPr>
        <p:spPr>
          <a:xfrm>
            <a:off x="8020050" y="2341876"/>
            <a:ext cx="1971023" cy="17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B0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尚未綁定</a:t>
            </a:r>
            <a:endParaRPr lang="en-US" sz="700" dirty="0"/>
          </a:p>
        </p:txBody>
      </p:sp>
      <p:sp>
        <p:nvSpPr>
          <p:cNvPr id="128" name="Text 29">
            <a:extLst>
              <a:ext uri="{FF2B5EF4-FFF2-40B4-BE49-F238E27FC236}">
                <a16:creationId xmlns:a16="http://schemas.microsoft.com/office/drawing/2014/main" id="{D26D0C12-A5C1-1E1F-CC55-9207C8042A14}"/>
              </a:ext>
            </a:extLst>
          </p:cNvPr>
          <p:cNvSpPr/>
          <p:nvPr/>
        </p:nvSpPr>
        <p:spPr>
          <a:xfrm>
            <a:off x="8020050" y="2493006"/>
            <a:ext cx="1949450" cy="241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請完成員工資料綁定</a:t>
            </a:r>
            <a:endParaRPr lang="en-US" sz="1050" dirty="0"/>
          </a:p>
        </p:txBody>
      </p:sp>
      <p:sp>
        <p:nvSpPr>
          <p:cNvPr id="132" name="Shape 30">
            <a:extLst>
              <a:ext uri="{FF2B5EF4-FFF2-40B4-BE49-F238E27FC236}">
                <a16:creationId xmlns:a16="http://schemas.microsoft.com/office/drawing/2014/main" id="{A72CE46A-EBB3-DA8D-5A38-7464B6F2A706}"/>
              </a:ext>
            </a:extLst>
          </p:cNvPr>
          <p:cNvSpPr/>
          <p:nvPr/>
        </p:nvSpPr>
        <p:spPr>
          <a:xfrm>
            <a:off x="7933706" y="2772915"/>
            <a:ext cx="2063734" cy="840236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6" name="Shape 31">
            <a:extLst>
              <a:ext uri="{FF2B5EF4-FFF2-40B4-BE49-F238E27FC236}">
                <a16:creationId xmlns:a16="http://schemas.microsoft.com/office/drawing/2014/main" id="{FF5E4E39-8F65-669E-4297-03D0F706B8C8}"/>
              </a:ext>
            </a:extLst>
          </p:cNvPr>
          <p:cNvSpPr/>
          <p:nvPr/>
        </p:nvSpPr>
        <p:spPr>
          <a:xfrm>
            <a:off x="7933706" y="2772914"/>
            <a:ext cx="2063734" cy="964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0" name="Text 32">
            <a:extLst>
              <a:ext uri="{FF2B5EF4-FFF2-40B4-BE49-F238E27FC236}">
                <a16:creationId xmlns:a16="http://schemas.microsoft.com/office/drawing/2014/main" id="{A2C19829-742F-D39B-22D2-32E38E497208}"/>
              </a:ext>
            </a:extLst>
          </p:cNvPr>
          <p:cNvSpPr/>
          <p:nvPr/>
        </p:nvSpPr>
        <p:spPr>
          <a:xfrm>
            <a:off x="8020050" y="2777105"/>
            <a:ext cx="1908175" cy="5468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直接輸入你的員工編號即可完成綁定（例如 EMP-001），或點下方按鈕開啟綁定頁面。</a:t>
            </a:r>
            <a:endParaRPr lang="en-US" sz="700" dirty="0"/>
          </a:p>
        </p:txBody>
      </p:sp>
      <p:sp>
        <p:nvSpPr>
          <p:cNvPr id="144" name="Shape 33">
            <a:extLst>
              <a:ext uri="{FF2B5EF4-FFF2-40B4-BE49-F238E27FC236}">
                <a16:creationId xmlns:a16="http://schemas.microsoft.com/office/drawing/2014/main" id="{E36D73CD-5BAD-1B57-AF8F-5FD5BB42B585}"/>
              </a:ext>
            </a:extLst>
          </p:cNvPr>
          <p:cNvSpPr/>
          <p:nvPr/>
        </p:nvSpPr>
        <p:spPr>
          <a:xfrm>
            <a:off x="8073406" y="3287137"/>
            <a:ext cx="1743694" cy="212512"/>
          </a:xfrm>
          <a:prstGeom prst="roundRect">
            <a:avLst>
              <a:gd name="adj" fmla="val 50000"/>
            </a:avLst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7" name="Text 34">
            <a:extLst>
              <a:ext uri="{FF2B5EF4-FFF2-40B4-BE49-F238E27FC236}">
                <a16:creationId xmlns:a16="http://schemas.microsoft.com/office/drawing/2014/main" id="{B3C51759-49CC-A62F-3CFB-F46F2F47BEF3}"/>
              </a:ext>
            </a:extLst>
          </p:cNvPr>
          <p:cNvSpPr/>
          <p:nvPr/>
        </p:nvSpPr>
        <p:spPr>
          <a:xfrm>
            <a:off x="8073406" y="3287137"/>
            <a:ext cx="1743694" cy="212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開啟綁定頁面</a:t>
            </a:r>
            <a:endParaRPr lang="en-US" sz="700" dirty="0"/>
          </a:p>
        </p:txBody>
      </p:sp>
      <p:pic>
        <p:nvPicPr>
          <p:cNvPr id="149" name="圖片 148">
            <a:extLst>
              <a:ext uri="{FF2B5EF4-FFF2-40B4-BE49-F238E27FC236}">
                <a16:creationId xmlns:a16="http://schemas.microsoft.com/office/drawing/2014/main" id="{2809A204-D3AD-3737-EB3F-E5FBD342A2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932" y="2201405"/>
            <a:ext cx="322499" cy="322499"/>
          </a:xfrm>
          <a:prstGeom prst="ellipse">
            <a:avLst/>
          </a:prstGeom>
        </p:spPr>
      </p:pic>
      <p:sp>
        <p:nvSpPr>
          <p:cNvPr id="151" name="Text 35">
            <a:extLst>
              <a:ext uri="{FF2B5EF4-FFF2-40B4-BE49-F238E27FC236}">
                <a16:creationId xmlns:a16="http://schemas.microsoft.com/office/drawing/2014/main" id="{4088F347-66D6-AFD6-EAC8-606DFC044759}"/>
              </a:ext>
            </a:extLst>
          </p:cNvPr>
          <p:cNvSpPr/>
          <p:nvPr/>
        </p:nvSpPr>
        <p:spPr>
          <a:xfrm>
            <a:off x="9708134" y="3640583"/>
            <a:ext cx="49657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剛剛</a:t>
            </a:r>
            <a:endParaRPr lang="en-US" sz="750" dirty="0"/>
          </a:p>
        </p:txBody>
      </p:sp>
      <p:sp>
        <p:nvSpPr>
          <p:cNvPr id="154" name="Shape 36">
            <a:extLst>
              <a:ext uri="{FF2B5EF4-FFF2-40B4-BE49-F238E27FC236}">
                <a16:creationId xmlns:a16="http://schemas.microsoft.com/office/drawing/2014/main" id="{97480E39-776E-080B-5C8B-F443223E507A}"/>
              </a:ext>
            </a:extLst>
          </p:cNvPr>
          <p:cNvSpPr/>
          <p:nvPr/>
        </p:nvSpPr>
        <p:spPr>
          <a:xfrm>
            <a:off x="8972549" y="4081353"/>
            <a:ext cx="797402" cy="301485"/>
          </a:xfrm>
          <a:prstGeom prst="roundRect">
            <a:avLst>
              <a:gd name="adj" fmla="val 27273"/>
            </a:avLst>
          </a:prstGeom>
          <a:noFill/>
          <a:ln w="6350">
            <a:solidFill>
              <a:srgbClr val="14293D"/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57" name="Text 37">
            <a:extLst>
              <a:ext uri="{FF2B5EF4-FFF2-40B4-BE49-F238E27FC236}">
                <a16:creationId xmlns:a16="http://schemas.microsoft.com/office/drawing/2014/main" id="{0A54EE85-926E-CF3D-7430-C1EF9FD8F1D8}"/>
              </a:ext>
            </a:extLst>
          </p:cNvPr>
          <p:cNvSpPr/>
          <p:nvPr/>
        </p:nvSpPr>
        <p:spPr>
          <a:xfrm>
            <a:off x="8972549" y="4081353"/>
            <a:ext cx="797401" cy="292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29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EMP-001</a:t>
            </a:r>
            <a:endParaRPr lang="en-US" sz="1000" dirty="0">
              <a:solidFill>
                <a:srgbClr val="14293D"/>
              </a:solidFill>
            </a:endParaRPr>
          </a:p>
        </p:txBody>
      </p:sp>
      <p:sp>
        <p:nvSpPr>
          <p:cNvPr id="160" name="Text 38">
            <a:extLst>
              <a:ext uri="{FF2B5EF4-FFF2-40B4-BE49-F238E27FC236}">
                <a16:creationId xmlns:a16="http://schemas.microsoft.com/office/drawing/2014/main" id="{F363D552-EB3F-816D-911B-6048A61DE417}"/>
              </a:ext>
            </a:extLst>
          </p:cNvPr>
          <p:cNvSpPr/>
          <p:nvPr/>
        </p:nvSpPr>
        <p:spPr>
          <a:xfrm>
            <a:off x="8594081" y="4236263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已讀</a:t>
            </a:r>
            <a:endParaRPr lang="en-US" sz="700" dirty="0"/>
          </a:p>
        </p:txBody>
      </p:sp>
      <p:pic>
        <p:nvPicPr>
          <p:cNvPr id="164" name="圖片 163">
            <a:extLst>
              <a:ext uri="{FF2B5EF4-FFF2-40B4-BE49-F238E27FC236}">
                <a16:creationId xmlns:a16="http://schemas.microsoft.com/office/drawing/2014/main" id="{4C8D2ACB-7F79-1AFE-E374-AC2EDF5CD4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547" y="4081353"/>
            <a:ext cx="292527" cy="292527"/>
          </a:xfrm>
          <a:prstGeom prst="ellipse">
            <a:avLst/>
          </a:prstGeom>
        </p:spPr>
      </p:pic>
      <p:sp>
        <p:nvSpPr>
          <p:cNvPr id="166" name="Shape 25">
            <a:extLst>
              <a:ext uri="{FF2B5EF4-FFF2-40B4-BE49-F238E27FC236}">
                <a16:creationId xmlns:a16="http://schemas.microsoft.com/office/drawing/2014/main" id="{B9B92616-2ABE-B8B1-93F6-80D99C8D0D04}"/>
              </a:ext>
            </a:extLst>
          </p:cNvPr>
          <p:cNvSpPr/>
          <p:nvPr/>
        </p:nvSpPr>
        <p:spPr>
          <a:xfrm>
            <a:off x="7927339" y="4689242"/>
            <a:ext cx="2063734" cy="519697"/>
          </a:xfrm>
          <a:prstGeom prst="roundRect">
            <a:avLst>
              <a:gd name="adj" fmla="val 13158"/>
            </a:avLst>
          </a:prstGeom>
          <a:solidFill>
            <a:srgbClr val="14293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8" name="Shape 26">
            <a:extLst>
              <a:ext uri="{FF2B5EF4-FFF2-40B4-BE49-F238E27FC236}">
                <a16:creationId xmlns:a16="http://schemas.microsoft.com/office/drawing/2014/main" id="{6DD6BDE7-7F6D-86BE-D983-633F645A0F2D}"/>
              </a:ext>
            </a:extLst>
          </p:cNvPr>
          <p:cNvSpPr/>
          <p:nvPr/>
        </p:nvSpPr>
        <p:spPr>
          <a:xfrm>
            <a:off x="7927339" y="5167905"/>
            <a:ext cx="2063734" cy="128660"/>
          </a:xfrm>
          <a:prstGeom prst="rect">
            <a:avLst/>
          </a:prstGeom>
          <a:solidFill>
            <a:srgbClr val="14293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0" name="Shape 27">
            <a:extLst>
              <a:ext uri="{FF2B5EF4-FFF2-40B4-BE49-F238E27FC236}">
                <a16:creationId xmlns:a16="http://schemas.microsoft.com/office/drawing/2014/main" id="{8715D0CC-B265-2EEB-6A4E-8CED81A83E6F}"/>
              </a:ext>
            </a:extLst>
          </p:cNvPr>
          <p:cNvSpPr/>
          <p:nvPr/>
        </p:nvSpPr>
        <p:spPr>
          <a:xfrm>
            <a:off x="7927339" y="5168818"/>
            <a:ext cx="2063734" cy="45719"/>
          </a:xfrm>
          <a:prstGeom prst="rect">
            <a:avLst/>
          </a:prstGeom>
          <a:solidFill>
            <a:srgbClr val="14293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2" name="Text 28">
            <a:extLst>
              <a:ext uri="{FF2B5EF4-FFF2-40B4-BE49-F238E27FC236}">
                <a16:creationId xmlns:a16="http://schemas.microsoft.com/office/drawing/2014/main" id="{41E17638-6731-E20C-7D96-78187F656C5E}"/>
              </a:ext>
            </a:extLst>
          </p:cNvPr>
          <p:cNvSpPr/>
          <p:nvPr/>
        </p:nvSpPr>
        <p:spPr>
          <a:xfrm>
            <a:off x="7985396" y="4703659"/>
            <a:ext cx="1971023" cy="17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600" dirty="0">
                <a:solidFill>
                  <a:srgbClr val="9FB0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今日出勤</a:t>
            </a:r>
            <a:endParaRPr lang="en-US" sz="600" dirty="0"/>
          </a:p>
        </p:txBody>
      </p:sp>
      <p:sp>
        <p:nvSpPr>
          <p:cNvPr id="174" name="Text 29">
            <a:extLst>
              <a:ext uri="{FF2B5EF4-FFF2-40B4-BE49-F238E27FC236}">
                <a16:creationId xmlns:a16="http://schemas.microsoft.com/office/drawing/2014/main" id="{A8CAE75A-6E99-85AE-53E9-975737E5A7A7}"/>
              </a:ext>
            </a:extLst>
          </p:cNvPr>
          <p:cNvSpPr/>
          <p:nvPr/>
        </p:nvSpPr>
        <p:spPr>
          <a:xfrm>
            <a:off x="7978775" y="4866863"/>
            <a:ext cx="1949450" cy="1497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威志雲端</a:t>
            </a:r>
            <a:endParaRPr lang="en-US" sz="1000" dirty="0"/>
          </a:p>
        </p:txBody>
      </p:sp>
      <p:sp>
        <p:nvSpPr>
          <p:cNvPr id="176" name="Shape 30">
            <a:extLst>
              <a:ext uri="{FF2B5EF4-FFF2-40B4-BE49-F238E27FC236}">
                <a16:creationId xmlns:a16="http://schemas.microsoft.com/office/drawing/2014/main" id="{02DF691E-2A99-37D0-667B-51130E5F28B4}"/>
              </a:ext>
            </a:extLst>
          </p:cNvPr>
          <p:cNvSpPr/>
          <p:nvPr/>
        </p:nvSpPr>
        <p:spPr>
          <a:xfrm>
            <a:off x="7927339" y="5167906"/>
            <a:ext cx="2063734" cy="840236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8" name="Shape 31">
            <a:extLst>
              <a:ext uri="{FF2B5EF4-FFF2-40B4-BE49-F238E27FC236}">
                <a16:creationId xmlns:a16="http://schemas.microsoft.com/office/drawing/2014/main" id="{A6976256-A3DE-BD90-942B-43808A8073AC}"/>
              </a:ext>
            </a:extLst>
          </p:cNvPr>
          <p:cNvSpPr/>
          <p:nvPr/>
        </p:nvSpPr>
        <p:spPr>
          <a:xfrm>
            <a:off x="7927339" y="5167905"/>
            <a:ext cx="2063734" cy="964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0" name="Text 32">
            <a:extLst>
              <a:ext uri="{FF2B5EF4-FFF2-40B4-BE49-F238E27FC236}">
                <a16:creationId xmlns:a16="http://schemas.microsoft.com/office/drawing/2014/main" id="{87A7F0D5-C9FA-00A9-B95C-1839F7452E2F}"/>
              </a:ext>
            </a:extLst>
          </p:cNvPr>
          <p:cNvSpPr/>
          <p:nvPr/>
        </p:nvSpPr>
        <p:spPr>
          <a:xfrm>
            <a:off x="8013684" y="5167904"/>
            <a:ext cx="385780" cy="4546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zh-TW" altLang="en-US" sz="700" dirty="0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上班</a:t>
            </a:r>
            <a:endParaRPr lang="en-US" altLang="zh-TW" sz="700" dirty="0">
              <a:solidFill>
                <a:srgbClr val="6E7C86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zh-TW" altLang="en-US" sz="700" dirty="0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</a:rPr>
              <a:t>下班</a:t>
            </a:r>
            <a:endParaRPr lang="en-US" sz="700" dirty="0"/>
          </a:p>
        </p:txBody>
      </p:sp>
      <p:sp>
        <p:nvSpPr>
          <p:cNvPr id="182" name="Shape 33">
            <a:extLst>
              <a:ext uri="{FF2B5EF4-FFF2-40B4-BE49-F238E27FC236}">
                <a16:creationId xmlns:a16="http://schemas.microsoft.com/office/drawing/2014/main" id="{26CBED76-5891-22E8-C90E-408852E706F8}"/>
              </a:ext>
            </a:extLst>
          </p:cNvPr>
          <p:cNvSpPr/>
          <p:nvPr/>
        </p:nvSpPr>
        <p:spPr>
          <a:xfrm>
            <a:off x="8067039" y="5682128"/>
            <a:ext cx="1743694" cy="212512"/>
          </a:xfrm>
          <a:prstGeom prst="roundRect">
            <a:avLst>
              <a:gd name="adj" fmla="val 50000"/>
            </a:avLst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4" name="Text 34">
            <a:extLst>
              <a:ext uri="{FF2B5EF4-FFF2-40B4-BE49-F238E27FC236}">
                <a16:creationId xmlns:a16="http://schemas.microsoft.com/office/drawing/2014/main" id="{F5F28B92-73B3-6CFD-59CF-3837B7C9409B}"/>
              </a:ext>
            </a:extLst>
          </p:cNvPr>
          <p:cNvSpPr/>
          <p:nvPr/>
        </p:nvSpPr>
        <p:spPr>
          <a:xfrm>
            <a:off x="8067039" y="5682128"/>
            <a:ext cx="1743694" cy="212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TW" altLang="en-US" sz="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前往打卡頁面</a:t>
            </a:r>
            <a:endParaRPr lang="en-US" sz="700" dirty="0"/>
          </a:p>
        </p:txBody>
      </p:sp>
      <p:pic>
        <p:nvPicPr>
          <p:cNvPr id="186" name="圖片 185">
            <a:extLst>
              <a:ext uri="{FF2B5EF4-FFF2-40B4-BE49-F238E27FC236}">
                <a16:creationId xmlns:a16="http://schemas.microsoft.com/office/drawing/2014/main" id="{C61568C6-C6EB-E7DB-7532-0BA3D638F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565" y="4596396"/>
            <a:ext cx="322499" cy="322499"/>
          </a:xfrm>
          <a:prstGeom prst="ellipse">
            <a:avLst/>
          </a:prstGeom>
        </p:spPr>
      </p:pic>
      <p:sp>
        <p:nvSpPr>
          <p:cNvPr id="188" name="Text 35">
            <a:extLst>
              <a:ext uri="{FF2B5EF4-FFF2-40B4-BE49-F238E27FC236}">
                <a16:creationId xmlns:a16="http://schemas.microsoft.com/office/drawing/2014/main" id="{F700941E-E082-E2F0-2F20-3A41905EFCF2}"/>
              </a:ext>
            </a:extLst>
          </p:cNvPr>
          <p:cNvSpPr/>
          <p:nvPr/>
        </p:nvSpPr>
        <p:spPr>
          <a:xfrm>
            <a:off x="9701767" y="6035574"/>
            <a:ext cx="49657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剛剛</a:t>
            </a:r>
            <a:endParaRPr lang="en-US" sz="750" dirty="0"/>
          </a:p>
        </p:txBody>
      </p:sp>
      <p:sp>
        <p:nvSpPr>
          <p:cNvPr id="190" name="Text 18">
            <a:extLst>
              <a:ext uri="{FF2B5EF4-FFF2-40B4-BE49-F238E27FC236}">
                <a16:creationId xmlns:a16="http://schemas.microsoft.com/office/drawing/2014/main" id="{AC3F62C0-DA0A-B02A-B935-A778B81C8C55}"/>
              </a:ext>
            </a:extLst>
          </p:cNvPr>
          <p:cNvSpPr/>
          <p:nvPr/>
        </p:nvSpPr>
        <p:spPr>
          <a:xfrm>
            <a:off x="8067039" y="4984894"/>
            <a:ext cx="3073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600" dirty="0">
                <a:solidFill>
                  <a:srgbClr val="EAD9A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綁定成功，歡迎加入！</a:t>
            </a:r>
            <a:endParaRPr lang="en-US" sz="600" dirty="0">
              <a:solidFill>
                <a:srgbClr val="EAD9A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2" name="Text 32">
            <a:extLst>
              <a:ext uri="{FF2B5EF4-FFF2-40B4-BE49-F238E27FC236}">
                <a16:creationId xmlns:a16="http://schemas.microsoft.com/office/drawing/2014/main" id="{8BFC6ADC-BD6F-4F0F-F3BF-24FD88BC0983}"/>
              </a:ext>
            </a:extLst>
          </p:cNvPr>
          <p:cNvSpPr/>
          <p:nvPr/>
        </p:nvSpPr>
        <p:spPr>
          <a:xfrm>
            <a:off x="9424953" y="5167903"/>
            <a:ext cx="566120" cy="450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zh-TW" altLang="en-US" sz="700" dirty="0">
                <a:solidFill>
                  <a:srgbClr val="D8DF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尚未打卡</a:t>
            </a:r>
            <a:endParaRPr lang="en-US" altLang="zh-TW" sz="700" dirty="0">
              <a:solidFill>
                <a:srgbClr val="D8DFDD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zh-TW" altLang="en-US" sz="700" dirty="0">
                <a:solidFill>
                  <a:srgbClr val="D8DFDD"/>
                </a:solidFill>
                <a:latin typeface="Microsoft JhengHei" pitchFamily="34" charset="0"/>
                <a:ea typeface="Microsoft JhengHei" pitchFamily="34" charset="-122"/>
              </a:rPr>
              <a:t>尚未打卡</a:t>
            </a:r>
            <a:endParaRPr lang="en-US" sz="700" dirty="0">
              <a:solidFill>
                <a:srgbClr val="D8DFDD"/>
              </a:solidFill>
            </a:endParaRPr>
          </a:p>
        </p:txBody>
      </p:sp>
      <p:sp>
        <p:nvSpPr>
          <p:cNvPr id="196" name="Shape 7">
            <a:extLst>
              <a:ext uri="{FF2B5EF4-FFF2-40B4-BE49-F238E27FC236}">
                <a16:creationId xmlns:a16="http://schemas.microsoft.com/office/drawing/2014/main" id="{EECFCADE-A990-9FDD-2916-7B441DE38C42}"/>
              </a:ext>
            </a:extLst>
          </p:cNvPr>
          <p:cNvSpPr/>
          <p:nvPr/>
        </p:nvSpPr>
        <p:spPr>
          <a:xfrm>
            <a:off x="8108358" y="5401286"/>
            <a:ext cx="1765495" cy="0"/>
          </a:xfrm>
          <a:prstGeom prst="line">
            <a:avLst/>
          </a:prstGeom>
          <a:noFill/>
          <a:ln w="3175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98" name="Shape 7">
            <a:extLst>
              <a:ext uri="{FF2B5EF4-FFF2-40B4-BE49-F238E27FC236}">
                <a16:creationId xmlns:a16="http://schemas.microsoft.com/office/drawing/2014/main" id="{0A4A5AF0-40F8-69C2-E571-E8CE7B5BC5C9}"/>
              </a:ext>
            </a:extLst>
          </p:cNvPr>
          <p:cNvSpPr/>
          <p:nvPr/>
        </p:nvSpPr>
        <p:spPr>
          <a:xfrm>
            <a:off x="8108358" y="5618402"/>
            <a:ext cx="1765495" cy="0"/>
          </a:xfrm>
          <a:prstGeom prst="line">
            <a:avLst/>
          </a:prstGeom>
          <a:noFill/>
          <a:ln w="3175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10254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3">
            <a:extLst>
              <a:ext uri="{FF2B5EF4-FFF2-40B4-BE49-F238E27FC236}">
                <a16:creationId xmlns:a16="http://schemas.microsoft.com/office/drawing/2014/main" id="{812ED1ED-97AD-03E1-E629-46EA234766B5}"/>
              </a:ext>
            </a:extLst>
          </p:cNvPr>
          <p:cNvSpPr/>
          <p:nvPr/>
        </p:nvSpPr>
        <p:spPr>
          <a:xfrm>
            <a:off x="1139800" y="2039112"/>
            <a:ext cx="9912096" cy="3487814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62699A58-BDA8-301A-8B1F-68C11DEB823F}"/>
              </a:ext>
            </a:extLst>
          </p:cNvPr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200" dirty="0">
                <a:solidFill>
                  <a:srgbClr val="146C6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RICH MENU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430D151-A9AF-2126-D90F-F21652EDA770}"/>
              </a:ext>
            </a:extLst>
          </p:cNvPr>
          <p:cNvSpPr/>
          <p:nvPr/>
        </p:nvSpPr>
        <p:spPr>
          <a:xfrm>
            <a:off x="82296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主選單三大功能</a:t>
            </a:r>
            <a:endParaRPr lang="en-US" sz="3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B8452EE-90F8-5C66-74A7-E503B6DE4FFB}"/>
              </a:ext>
            </a:extLst>
          </p:cNvPr>
          <p:cNvSpPr/>
          <p:nvPr/>
        </p:nvSpPr>
        <p:spPr>
          <a:xfrm>
            <a:off x="822960" y="1371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DD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點選 LINE 對話視窗下方的圖文選單即可操作，不需輸入任何文字</a:t>
            </a:r>
            <a:endParaRPr lang="en-US" sz="1250" dirty="0">
              <a:solidFill>
                <a:srgbClr val="CADDD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751520D-A2AF-5A3E-2C0C-91959D7E4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748" y="2142844"/>
            <a:ext cx="9728200" cy="3280349"/>
          </a:xfrm>
          <a:prstGeom prst="rect">
            <a:avLst/>
          </a:prstGeom>
        </p:spPr>
      </p:pic>
      <p:sp>
        <p:nvSpPr>
          <p:cNvPr id="12" name="Text 4">
            <a:extLst>
              <a:ext uri="{FF2B5EF4-FFF2-40B4-BE49-F238E27FC236}">
                <a16:creationId xmlns:a16="http://schemas.microsoft.com/office/drawing/2014/main" id="{8EC64747-ACC7-C928-92A7-2D3E2AC8B5EB}"/>
              </a:ext>
            </a:extLst>
          </p:cNvPr>
          <p:cNvSpPr/>
          <p:nvPr/>
        </p:nvSpPr>
        <p:spPr>
          <a:xfrm>
            <a:off x="1249528" y="5645798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DD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實際畫面截圖，一打開對話視窗就會看到</a:t>
            </a:r>
            <a:endParaRPr lang="en-US" sz="1050" dirty="0">
              <a:solidFill>
                <a:srgbClr val="CADD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903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4F0ECD5-A03C-7C7E-4B3B-1EC29188BFD2}"/>
              </a:ext>
            </a:extLst>
          </p:cNvPr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300" b="1" kern="0" spc="200" dirty="0">
                <a:solidFill>
                  <a:srgbClr val="146C6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COMMANDS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1BCB140-524F-664E-B0BB-11AEBFC08577}"/>
              </a:ext>
            </a:extLst>
          </p:cNvPr>
          <p:cNvSpPr/>
          <p:nvPr/>
        </p:nvSpPr>
        <p:spPr>
          <a:xfrm>
            <a:off x="82296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3000" b="1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LINE </a:t>
            </a:r>
            <a:r>
              <a:rPr lang="en-US" sz="3000" b="1" dirty="0" err="1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指令列表</a:t>
            </a:r>
            <a:endParaRPr lang="en-US" sz="3000" b="1" dirty="0">
              <a:solidFill>
                <a:srgbClr val="1F29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8DD75EA-AADA-43C1-7CCC-32E583C5AE60}"/>
              </a:ext>
            </a:extLst>
          </p:cNvPr>
          <p:cNvSpPr/>
          <p:nvPr/>
        </p:nvSpPr>
        <p:spPr>
          <a:xfrm>
            <a:off x="822960" y="1371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除了圖文選單，也可以直接在對話框輸入以下文字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B34FC09F-108F-EBF4-EE43-CBFF5BBDD782}"/>
              </a:ext>
            </a:extLst>
          </p:cNvPr>
          <p:cNvSpPr/>
          <p:nvPr/>
        </p:nvSpPr>
        <p:spPr>
          <a:xfrm>
            <a:off x="822960" y="1920240"/>
            <a:ext cx="1054303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2279C195-2D93-B16C-AAFA-ADC343C30C6A}"/>
              </a:ext>
            </a:extLst>
          </p:cNvPr>
          <p:cNvSpPr/>
          <p:nvPr/>
        </p:nvSpPr>
        <p:spPr>
          <a:xfrm>
            <a:off x="1005840" y="210312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DCEEE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6F9BC74B-10F5-460D-8F29-BB1C6FD87F3D}"/>
              </a:ext>
            </a:extLst>
          </p:cNvPr>
          <p:cNvSpPr/>
          <p:nvPr/>
        </p:nvSpPr>
        <p:spPr>
          <a:xfrm>
            <a:off x="1005840" y="2103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605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上班／下班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427080AC-D9EB-889F-DBE9-6D4AA758CB25}"/>
              </a:ext>
            </a:extLst>
          </p:cNvPr>
          <p:cNvSpPr/>
          <p:nvPr/>
        </p:nvSpPr>
        <p:spPr>
          <a:xfrm>
            <a:off x="3017520" y="192024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4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完成打卡，並顯示今日出勤卡片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A504DE6A-E67A-F1EC-E17F-ADDA561EEAC5}"/>
              </a:ext>
            </a:extLst>
          </p:cNvPr>
          <p:cNvSpPr/>
          <p:nvPr/>
        </p:nvSpPr>
        <p:spPr>
          <a:xfrm>
            <a:off x="822960" y="2971800"/>
            <a:ext cx="1054303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B280FD1C-866B-25B1-FD68-6A5E90A64412}"/>
              </a:ext>
            </a:extLst>
          </p:cNvPr>
          <p:cNvSpPr/>
          <p:nvPr/>
        </p:nvSpPr>
        <p:spPr>
          <a:xfrm>
            <a:off x="1005840" y="315468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DCEEE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71CFD248-6B1A-204E-E9F1-B9E24D2415E4}"/>
              </a:ext>
            </a:extLst>
          </p:cNvPr>
          <p:cNvSpPr/>
          <p:nvPr/>
        </p:nvSpPr>
        <p:spPr>
          <a:xfrm>
            <a:off x="1005840" y="3154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600" b="1" dirty="0">
                <a:solidFill>
                  <a:srgbClr val="14605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今日打卡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171679D4-D474-4309-3E87-C18FF20EB512}"/>
              </a:ext>
            </a:extLst>
          </p:cNvPr>
          <p:cNvSpPr/>
          <p:nvPr/>
        </p:nvSpPr>
        <p:spPr>
          <a:xfrm>
            <a:off x="3017520" y="297180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4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查看今日打卡狀態，不會寫入紀錄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74E894FD-5778-7D54-A439-05E8F9E04463}"/>
              </a:ext>
            </a:extLst>
          </p:cNvPr>
          <p:cNvSpPr/>
          <p:nvPr/>
        </p:nvSpPr>
        <p:spPr>
          <a:xfrm>
            <a:off x="822960" y="4023360"/>
            <a:ext cx="1054303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3A6ADFC8-AE77-7EAB-7732-8A681B21D273}"/>
              </a:ext>
            </a:extLst>
          </p:cNvPr>
          <p:cNvSpPr/>
          <p:nvPr/>
        </p:nvSpPr>
        <p:spPr>
          <a:xfrm>
            <a:off x="1005840" y="42062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DCEEE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C92265BB-6E4C-D636-7AF2-E4E481A36937}"/>
              </a:ext>
            </a:extLst>
          </p:cNvPr>
          <p:cNvSpPr/>
          <p:nvPr/>
        </p:nvSpPr>
        <p:spPr>
          <a:xfrm>
            <a:off x="1005840" y="4206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605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月報表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CC485257-DC77-56EE-5C8C-3F42501131F0}"/>
              </a:ext>
            </a:extLst>
          </p:cNvPr>
          <p:cNvSpPr/>
          <p:nvPr/>
        </p:nvSpPr>
        <p:spPr>
          <a:xfrm>
            <a:off x="3017520" y="402336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4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取得本月報表連結，查看出勤天數、遲到早退與總工時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375F41A1-A5EB-53EC-A30B-6CC723944126}"/>
              </a:ext>
            </a:extLst>
          </p:cNvPr>
          <p:cNvSpPr/>
          <p:nvPr/>
        </p:nvSpPr>
        <p:spPr>
          <a:xfrm>
            <a:off x="822960" y="5074920"/>
            <a:ext cx="1054303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3A6F441D-0D8F-F365-FAEF-F932F706026E}"/>
              </a:ext>
            </a:extLst>
          </p:cNvPr>
          <p:cNvSpPr/>
          <p:nvPr/>
        </p:nvSpPr>
        <p:spPr>
          <a:xfrm>
            <a:off x="1005840" y="525780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DCEEE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41CF12AF-0777-E405-5F20-DE22EC48CDD3}"/>
              </a:ext>
            </a:extLst>
          </p:cNvPr>
          <p:cNvSpPr/>
          <p:nvPr/>
        </p:nvSpPr>
        <p:spPr>
          <a:xfrm>
            <a:off x="1005840" y="5257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605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其他文字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5B912130-99ED-B5F1-8D8E-70A21229FADD}"/>
              </a:ext>
            </a:extLst>
          </p:cNvPr>
          <p:cNvSpPr/>
          <p:nvPr/>
        </p:nvSpPr>
        <p:spPr>
          <a:xfrm>
            <a:off x="3017520" y="507492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4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顯示操作說明卡片，列出所有可用指令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46592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4">
            <a:extLst>
              <a:ext uri="{FF2B5EF4-FFF2-40B4-BE49-F238E27FC236}">
                <a16:creationId xmlns:a16="http://schemas.microsoft.com/office/drawing/2014/main" id="{765FC175-D2D2-79CE-7650-5B972A62C04F}"/>
              </a:ext>
            </a:extLst>
          </p:cNvPr>
          <p:cNvSpPr/>
          <p:nvPr/>
        </p:nvSpPr>
        <p:spPr>
          <a:xfrm>
            <a:off x="1280160" y="1715770"/>
            <a:ext cx="53731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1600" b="1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一鍵點擊操作</a:t>
            </a:r>
          </a:p>
        </p:txBody>
      </p:sp>
      <p:sp>
        <p:nvSpPr>
          <p:cNvPr id="75" name="Text 5">
            <a:extLst>
              <a:ext uri="{FF2B5EF4-FFF2-40B4-BE49-F238E27FC236}">
                <a16:creationId xmlns:a16="http://schemas.microsoft.com/office/drawing/2014/main" id="{9F2469D3-5D03-CB0E-18D5-682490E95D1C}"/>
              </a:ext>
            </a:extLst>
          </p:cNvPr>
          <p:cNvSpPr/>
          <p:nvPr/>
        </p:nvSpPr>
        <p:spPr>
          <a:xfrm>
            <a:off x="1280160" y="2045102"/>
            <a:ext cx="5120640" cy="427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altLang="zh-TW" sz="1200" dirty="0" err="1">
                <a:solidFill>
                  <a:srgbClr val="5B657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進公司後開啟選單</a:t>
            </a:r>
            <a:r>
              <a:rPr lang="en-US" altLang="zh-TW" sz="1200" dirty="0">
                <a:solidFill>
                  <a:srgbClr val="5B657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，</a:t>
            </a:r>
            <a:r>
              <a:rPr lang="zh-TW" altLang="en-US" sz="1200" dirty="0">
                <a:solidFill>
                  <a:srgbClr val="5B657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點擊操作即可</a:t>
            </a:r>
            <a:r>
              <a:rPr lang="en-US" altLang="zh-TW" sz="1200" dirty="0">
                <a:solidFill>
                  <a:srgbClr val="5B657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，</a:t>
            </a:r>
            <a:r>
              <a:rPr lang="en-US" altLang="zh-TW" sz="1200" dirty="0" err="1">
                <a:solidFill>
                  <a:srgbClr val="5B657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系統即時記錄時間</a:t>
            </a:r>
            <a:r>
              <a:rPr lang="en-US" altLang="zh-TW" sz="1200" dirty="0">
                <a:solidFill>
                  <a:srgbClr val="5B657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Text 8">
            <a:extLst>
              <a:ext uri="{FF2B5EF4-FFF2-40B4-BE49-F238E27FC236}">
                <a16:creationId xmlns:a16="http://schemas.microsoft.com/office/drawing/2014/main" id="{12C08201-5862-720D-030A-70D6C7B3E6BB}"/>
              </a:ext>
            </a:extLst>
          </p:cNvPr>
          <p:cNvSpPr/>
          <p:nvPr/>
        </p:nvSpPr>
        <p:spPr>
          <a:xfrm>
            <a:off x="1280160" y="300609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1600" b="1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即時卡片回覆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9" name="Text 9">
            <a:extLst>
              <a:ext uri="{FF2B5EF4-FFF2-40B4-BE49-F238E27FC236}">
                <a16:creationId xmlns:a16="http://schemas.microsoft.com/office/drawing/2014/main" id="{100BEAE6-22E3-9F0E-F9FD-75A7F9A989A1}"/>
              </a:ext>
            </a:extLst>
          </p:cNvPr>
          <p:cNvSpPr/>
          <p:nvPr/>
        </p:nvSpPr>
        <p:spPr>
          <a:xfrm>
            <a:off x="1280160" y="3335422"/>
            <a:ext cx="5605136" cy="427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altLang="zh-TW" sz="1200" dirty="0" err="1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打卡結果馬上以卡片訊息回覆在對話視窗，出勤時間一目瞭然</a:t>
            </a:r>
            <a:r>
              <a:rPr lang="en-US" altLang="zh-TW" sz="1200" dirty="0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altLang="zh-TW" sz="1200" dirty="0"/>
          </a:p>
        </p:txBody>
      </p:sp>
      <p:sp>
        <p:nvSpPr>
          <p:cNvPr id="99" name="Shape 4">
            <a:extLst>
              <a:ext uri="{FF2B5EF4-FFF2-40B4-BE49-F238E27FC236}">
                <a16:creationId xmlns:a16="http://schemas.microsoft.com/office/drawing/2014/main" id="{CB113865-6C5B-47A4-55F1-52D51F3B34BE}"/>
              </a:ext>
            </a:extLst>
          </p:cNvPr>
          <p:cNvSpPr/>
          <p:nvPr/>
        </p:nvSpPr>
        <p:spPr>
          <a:xfrm>
            <a:off x="871220" y="2261310"/>
            <a:ext cx="0" cy="738430"/>
          </a:xfrm>
          <a:prstGeom prst="line">
            <a:avLst/>
          </a:prstGeom>
          <a:noFill/>
          <a:ln w="19050">
            <a:solidFill>
              <a:srgbClr val="D8DFDD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Shape 2">
            <a:extLst>
              <a:ext uri="{FF2B5EF4-FFF2-40B4-BE49-F238E27FC236}">
                <a16:creationId xmlns:a16="http://schemas.microsoft.com/office/drawing/2014/main" id="{D4BC6538-2F7E-A451-4766-E693FBD5B29F}"/>
              </a:ext>
            </a:extLst>
          </p:cNvPr>
          <p:cNvSpPr/>
          <p:nvPr/>
        </p:nvSpPr>
        <p:spPr>
          <a:xfrm>
            <a:off x="640080" y="176149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3D3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3" name="Text 3">
            <a:extLst>
              <a:ext uri="{FF2B5EF4-FFF2-40B4-BE49-F238E27FC236}">
                <a16:creationId xmlns:a16="http://schemas.microsoft.com/office/drawing/2014/main" id="{F9002677-DF26-6504-2A79-6DA93E88A9D6}"/>
              </a:ext>
            </a:extLst>
          </p:cNvPr>
          <p:cNvSpPr/>
          <p:nvPr/>
        </p:nvSpPr>
        <p:spPr>
          <a:xfrm>
            <a:off x="640080" y="176149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1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5" name="Shape 6">
            <a:extLst>
              <a:ext uri="{FF2B5EF4-FFF2-40B4-BE49-F238E27FC236}">
                <a16:creationId xmlns:a16="http://schemas.microsoft.com/office/drawing/2014/main" id="{90C36760-A204-E7EA-65E3-B3E6B16478D8}"/>
              </a:ext>
            </a:extLst>
          </p:cNvPr>
          <p:cNvSpPr/>
          <p:nvPr/>
        </p:nvSpPr>
        <p:spPr>
          <a:xfrm>
            <a:off x="640080" y="305181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3D3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7" name="Text 7">
            <a:extLst>
              <a:ext uri="{FF2B5EF4-FFF2-40B4-BE49-F238E27FC236}">
                <a16:creationId xmlns:a16="http://schemas.microsoft.com/office/drawing/2014/main" id="{38641FC1-222F-9BD4-D2E7-EE9E2B62FB14}"/>
              </a:ext>
            </a:extLst>
          </p:cNvPr>
          <p:cNvSpPr/>
          <p:nvPr/>
        </p:nvSpPr>
        <p:spPr>
          <a:xfrm>
            <a:off x="640080" y="305181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2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57481E82-6780-65B6-E097-44E8202B615B}"/>
              </a:ext>
            </a:extLst>
          </p:cNvPr>
          <p:cNvSpPr/>
          <p:nvPr/>
        </p:nvSpPr>
        <p:spPr>
          <a:xfrm>
            <a:off x="7452360" y="1417320"/>
            <a:ext cx="2834640" cy="5074920"/>
          </a:xfrm>
          <a:prstGeom prst="roundRect">
            <a:avLst>
              <a:gd name="adj" fmla="val 9032"/>
            </a:avLst>
          </a:prstGeom>
          <a:solidFill>
            <a:srgbClr val="1F2937"/>
          </a:solidFill>
          <a:ln/>
          <a:effectLst>
            <a:outerShdw blurRad="127000" dist="50800" dir="5400000" algn="bl" rotWithShape="0">
              <a:srgbClr val="1F2937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5">
            <a:extLst>
              <a:ext uri="{FF2B5EF4-FFF2-40B4-BE49-F238E27FC236}">
                <a16:creationId xmlns:a16="http://schemas.microsoft.com/office/drawing/2014/main" id="{EE416D4B-926C-585D-417D-3FADE1C145DD}"/>
              </a:ext>
            </a:extLst>
          </p:cNvPr>
          <p:cNvSpPr/>
          <p:nvPr/>
        </p:nvSpPr>
        <p:spPr>
          <a:xfrm>
            <a:off x="7534656" y="1589227"/>
            <a:ext cx="2670048" cy="4811573"/>
          </a:xfrm>
          <a:prstGeom prst="roundRect">
            <a:avLst>
              <a:gd name="adj" fmla="val 5479"/>
            </a:avLst>
          </a:prstGeom>
          <a:solidFill>
            <a:srgbClr val="F6F8F7"/>
          </a:solidFill>
          <a:ln/>
        </p:spPr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Shape 20">
            <a:extLst>
              <a:ext uri="{FF2B5EF4-FFF2-40B4-BE49-F238E27FC236}">
                <a16:creationId xmlns:a16="http://schemas.microsoft.com/office/drawing/2014/main" id="{6463E55A-D7CE-ADB4-C299-8ACEC821843F}"/>
              </a:ext>
            </a:extLst>
          </p:cNvPr>
          <p:cNvSpPr/>
          <p:nvPr/>
        </p:nvSpPr>
        <p:spPr>
          <a:xfrm>
            <a:off x="7534656" y="1581912"/>
            <a:ext cx="2699345" cy="397377"/>
          </a:xfrm>
          <a:prstGeom prst="rect">
            <a:avLst/>
          </a:prstGeom>
          <a:solidFill>
            <a:srgbClr val="14293D"/>
          </a:solidFill>
          <a:ln/>
        </p:spPr>
        <p:txBody>
          <a:bodyPr/>
          <a:lstStyle/>
          <a:p>
            <a:endParaRPr lang="zh-TW" altLang="en-US" dirty="0"/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33F2823C-2ED2-27C7-34D6-337777020F35}"/>
              </a:ext>
            </a:extLst>
          </p:cNvPr>
          <p:cNvSpPr/>
          <p:nvPr/>
        </p:nvSpPr>
        <p:spPr>
          <a:xfrm>
            <a:off x="8549640" y="1491386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9EF4A0F6-7779-F7BB-8816-FD2A172F36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419" y="1575558"/>
            <a:ext cx="400436" cy="400436"/>
          </a:xfrm>
          <a:prstGeom prst="rect">
            <a:avLst/>
          </a:prstGeom>
        </p:spPr>
      </p:pic>
      <p:sp>
        <p:nvSpPr>
          <p:cNvPr id="20" name="Text 23">
            <a:extLst>
              <a:ext uri="{FF2B5EF4-FFF2-40B4-BE49-F238E27FC236}">
                <a16:creationId xmlns:a16="http://schemas.microsoft.com/office/drawing/2014/main" id="{9256A31E-98E5-F02B-A3D4-EF38C893F2B5}"/>
              </a:ext>
            </a:extLst>
          </p:cNvPr>
          <p:cNvSpPr/>
          <p:nvPr/>
        </p:nvSpPr>
        <p:spPr>
          <a:xfrm>
            <a:off x="8053102" y="1592713"/>
            <a:ext cx="1795749" cy="3832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ea typeface="Microsoft JhengHei" pitchFamily="34" charset="-122"/>
                <a:cs typeface="Microsoft JhengHei" pitchFamily="34" charset="-120"/>
              </a:rPr>
              <a:t>Y’s</a:t>
            </a:r>
            <a:r>
              <a:rPr lang="zh-TW" altLang="en-US" sz="1100" b="1" dirty="0">
                <a:solidFill>
                  <a:srgbClr val="FFFFFF"/>
                </a:solidFill>
                <a:ea typeface="Microsoft JhengHei" pitchFamily="34" charset="-122"/>
                <a:cs typeface="Microsoft JhengHei" pitchFamily="34" charset="-120"/>
              </a:rPr>
              <a:t>出勤管理 </a:t>
            </a:r>
            <a:r>
              <a:rPr lang="en-US" altLang="zh-TW" sz="1100" b="1" dirty="0">
                <a:solidFill>
                  <a:srgbClr val="FFFFFF"/>
                </a:solidFill>
                <a:ea typeface="Microsoft JhengHei" pitchFamily="34" charset="-122"/>
                <a:cs typeface="Microsoft JhengHei" pitchFamily="34" charset="-120"/>
              </a:rPr>
              <a:t>BOT</a:t>
            </a:r>
            <a:endParaRPr lang="en-US" sz="1100" dirty="0"/>
          </a:p>
        </p:txBody>
      </p:sp>
      <p:pic>
        <p:nvPicPr>
          <p:cNvPr id="90" name="圖片 89">
            <a:extLst>
              <a:ext uri="{FF2B5EF4-FFF2-40B4-BE49-F238E27FC236}">
                <a16:creationId xmlns:a16="http://schemas.microsoft.com/office/drawing/2014/main" id="{B21B51CC-1153-3779-4C0E-ECD72B182B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656" y="5525390"/>
            <a:ext cx="2670048" cy="900341"/>
          </a:xfrm>
          <a:prstGeom prst="rect">
            <a:avLst/>
          </a:prstGeom>
        </p:spPr>
      </p:pic>
      <p:sp>
        <p:nvSpPr>
          <p:cNvPr id="127" name="Shape 25">
            <a:extLst>
              <a:ext uri="{FF2B5EF4-FFF2-40B4-BE49-F238E27FC236}">
                <a16:creationId xmlns:a16="http://schemas.microsoft.com/office/drawing/2014/main" id="{081D51A4-2241-69C8-8834-4CCFAC351D07}"/>
              </a:ext>
            </a:extLst>
          </p:cNvPr>
          <p:cNvSpPr/>
          <p:nvPr/>
        </p:nvSpPr>
        <p:spPr>
          <a:xfrm>
            <a:off x="7927339" y="2974742"/>
            <a:ext cx="2063734" cy="519697"/>
          </a:xfrm>
          <a:prstGeom prst="roundRect">
            <a:avLst>
              <a:gd name="adj" fmla="val 13158"/>
            </a:avLst>
          </a:prstGeom>
          <a:solidFill>
            <a:srgbClr val="14293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9" name="Shape 26">
            <a:extLst>
              <a:ext uri="{FF2B5EF4-FFF2-40B4-BE49-F238E27FC236}">
                <a16:creationId xmlns:a16="http://schemas.microsoft.com/office/drawing/2014/main" id="{5A851EDD-FE6F-1A2F-058F-CE8865D05573}"/>
              </a:ext>
            </a:extLst>
          </p:cNvPr>
          <p:cNvSpPr/>
          <p:nvPr/>
        </p:nvSpPr>
        <p:spPr>
          <a:xfrm>
            <a:off x="7927339" y="3453405"/>
            <a:ext cx="2063734" cy="128660"/>
          </a:xfrm>
          <a:prstGeom prst="rect">
            <a:avLst/>
          </a:prstGeom>
          <a:solidFill>
            <a:srgbClr val="14293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1" name="Shape 27">
            <a:extLst>
              <a:ext uri="{FF2B5EF4-FFF2-40B4-BE49-F238E27FC236}">
                <a16:creationId xmlns:a16="http://schemas.microsoft.com/office/drawing/2014/main" id="{AED163AB-0CC1-49DD-B572-B2CAB9F4471C}"/>
              </a:ext>
            </a:extLst>
          </p:cNvPr>
          <p:cNvSpPr/>
          <p:nvPr/>
        </p:nvSpPr>
        <p:spPr>
          <a:xfrm>
            <a:off x="7927339" y="3454318"/>
            <a:ext cx="2063734" cy="45719"/>
          </a:xfrm>
          <a:prstGeom prst="rect">
            <a:avLst/>
          </a:prstGeom>
          <a:solidFill>
            <a:srgbClr val="14293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3" name="Text 28">
            <a:extLst>
              <a:ext uri="{FF2B5EF4-FFF2-40B4-BE49-F238E27FC236}">
                <a16:creationId xmlns:a16="http://schemas.microsoft.com/office/drawing/2014/main" id="{991A7D48-F418-6DD7-9A7E-0A1815536FA8}"/>
              </a:ext>
            </a:extLst>
          </p:cNvPr>
          <p:cNvSpPr/>
          <p:nvPr/>
        </p:nvSpPr>
        <p:spPr>
          <a:xfrm>
            <a:off x="7985396" y="2989159"/>
            <a:ext cx="1971023" cy="17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600" dirty="0">
                <a:solidFill>
                  <a:srgbClr val="9FB0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今日出勤</a:t>
            </a:r>
            <a:endParaRPr lang="en-US" sz="600" dirty="0"/>
          </a:p>
        </p:txBody>
      </p:sp>
      <p:sp>
        <p:nvSpPr>
          <p:cNvPr id="136" name="Text 29">
            <a:extLst>
              <a:ext uri="{FF2B5EF4-FFF2-40B4-BE49-F238E27FC236}">
                <a16:creationId xmlns:a16="http://schemas.microsoft.com/office/drawing/2014/main" id="{01AFE9CB-7B58-3150-7C3A-803F8AC1B6B4}"/>
              </a:ext>
            </a:extLst>
          </p:cNvPr>
          <p:cNvSpPr/>
          <p:nvPr/>
        </p:nvSpPr>
        <p:spPr>
          <a:xfrm>
            <a:off x="7978775" y="3152363"/>
            <a:ext cx="1949450" cy="1497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威志雲端</a:t>
            </a:r>
            <a:endParaRPr lang="en-US" sz="1000" dirty="0"/>
          </a:p>
        </p:txBody>
      </p:sp>
      <p:sp>
        <p:nvSpPr>
          <p:cNvPr id="140" name="Shape 30">
            <a:extLst>
              <a:ext uri="{FF2B5EF4-FFF2-40B4-BE49-F238E27FC236}">
                <a16:creationId xmlns:a16="http://schemas.microsoft.com/office/drawing/2014/main" id="{7115BA4A-D050-82B6-E956-22CB0DFFE504}"/>
              </a:ext>
            </a:extLst>
          </p:cNvPr>
          <p:cNvSpPr/>
          <p:nvPr/>
        </p:nvSpPr>
        <p:spPr>
          <a:xfrm>
            <a:off x="7927339" y="3453406"/>
            <a:ext cx="2063734" cy="840236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4" name="Shape 31">
            <a:extLst>
              <a:ext uri="{FF2B5EF4-FFF2-40B4-BE49-F238E27FC236}">
                <a16:creationId xmlns:a16="http://schemas.microsoft.com/office/drawing/2014/main" id="{4AED726A-6566-FC2A-4D08-5F3841DEE5AA}"/>
              </a:ext>
            </a:extLst>
          </p:cNvPr>
          <p:cNvSpPr/>
          <p:nvPr/>
        </p:nvSpPr>
        <p:spPr>
          <a:xfrm>
            <a:off x="7927339" y="3453405"/>
            <a:ext cx="2063734" cy="964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8" name="Text 32">
            <a:extLst>
              <a:ext uri="{FF2B5EF4-FFF2-40B4-BE49-F238E27FC236}">
                <a16:creationId xmlns:a16="http://schemas.microsoft.com/office/drawing/2014/main" id="{64721CD0-E12C-7618-FF18-849CC72417DE}"/>
              </a:ext>
            </a:extLst>
          </p:cNvPr>
          <p:cNvSpPr/>
          <p:nvPr/>
        </p:nvSpPr>
        <p:spPr>
          <a:xfrm>
            <a:off x="8013684" y="3453404"/>
            <a:ext cx="385780" cy="4546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zh-TW" altLang="en-US" sz="700" dirty="0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上班</a:t>
            </a:r>
            <a:endParaRPr lang="en-US" altLang="zh-TW" sz="700" dirty="0">
              <a:solidFill>
                <a:srgbClr val="6E7C86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zh-TW" altLang="en-US" sz="700" dirty="0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</a:rPr>
              <a:t>下班</a:t>
            </a:r>
            <a:endParaRPr lang="en-US" sz="700" dirty="0"/>
          </a:p>
        </p:txBody>
      </p:sp>
      <p:sp>
        <p:nvSpPr>
          <p:cNvPr id="152" name="Shape 33">
            <a:extLst>
              <a:ext uri="{FF2B5EF4-FFF2-40B4-BE49-F238E27FC236}">
                <a16:creationId xmlns:a16="http://schemas.microsoft.com/office/drawing/2014/main" id="{ECF4A637-EE15-6182-8ADC-26B0FA45A4C6}"/>
              </a:ext>
            </a:extLst>
          </p:cNvPr>
          <p:cNvSpPr/>
          <p:nvPr/>
        </p:nvSpPr>
        <p:spPr>
          <a:xfrm>
            <a:off x="8089899" y="4017158"/>
            <a:ext cx="1743694" cy="212512"/>
          </a:xfrm>
          <a:prstGeom prst="roundRect">
            <a:avLst>
              <a:gd name="adj" fmla="val 50000"/>
            </a:avLst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6" name="Text 34">
            <a:extLst>
              <a:ext uri="{FF2B5EF4-FFF2-40B4-BE49-F238E27FC236}">
                <a16:creationId xmlns:a16="http://schemas.microsoft.com/office/drawing/2014/main" id="{06A9BDA6-7F51-B7E4-B70B-DE234697B246}"/>
              </a:ext>
            </a:extLst>
          </p:cNvPr>
          <p:cNvSpPr/>
          <p:nvPr/>
        </p:nvSpPr>
        <p:spPr>
          <a:xfrm>
            <a:off x="8089899" y="4017158"/>
            <a:ext cx="1743694" cy="212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TW" altLang="en-US" sz="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前往打卡頁面</a:t>
            </a:r>
            <a:endParaRPr lang="en-US" sz="700" dirty="0"/>
          </a:p>
        </p:txBody>
      </p:sp>
      <p:pic>
        <p:nvPicPr>
          <p:cNvPr id="160" name="圖片 159">
            <a:extLst>
              <a:ext uri="{FF2B5EF4-FFF2-40B4-BE49-F238E27FC236}">
                <a16:creationId xmlns:a16="http://schemas.microsoft.com/office/drawing/2014/main" id="{194C6AEB-2BE1-BF1E-890F-F9D530C3F4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565" y="2881896"/>
            <a:ext cx="322499" cy="322499"/>
          </a:xfrm>
          <a:prstGeom prst="ellipse">
            <a:avLst/>
          </a:prstGeom>
        </p:spPr>
      </p:pic>
      <p:sp>
        <p:nvSpPr>
          <p:cNvPr id="163" name="Text 35">
            <a:extLst>
              <a:ext uri="{FF2B5EF4-FFF2-40B4-BE49-F238E27FC236}">
                <a16:creationId xmlns:a16="http://schemas.microsoft.com/office/drawing/2014/main" id="{05AD4D0B-7709-BF9F-59EB-695EEBB6F40F}"/>
              </a:ext>
            </a:extLst>
          </p:cNvPr>
          <p:cNvSpPr/>
          <p:nvPr/>
        </p:nvSpPr>
        <p:spPr>
          <a:xfrm>
            <a:off x="9701767" y="4321074"/>
            <a:ext cx="49657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剛剛</a:t>
            </a:r>
            <a:endParaRPr lang="en-US" sz="750" dirty="0"/>
          </a:p>
        </p:txBody>
      </p:sp>
      <p:sp>
        <p:nvSpPr>
          <p:cNvPr id="165" name="Text 32">
            <a:extLst>
              <a:ext uri="{FF2B5EF4-FFF2-40B4-BE49-F238E27FC236}">
                <a16:creationId xmlns:a16="http://schemas.microsoft.com/office/drawing/2014/main" id="{D1474036-C0D1-3CA0-07BE-25D331F146E2}"/>
              </a:ext>
            </a:extLst>
          </p:cNvPr>
          <p:cNvSpPr/>
          <p:nvPr/>
        </p:nvSpPr>
        <p:spPr>
          <a:xfrm>
            <a:off x="9198540" y="3453403"/>
            <a:ext cx="729685" cy="450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200000"/>
              </a:lnSpc>
              <a:buNone/>
            </a:pPr>
            <a:r>
              <a:rPr lang="en-US" altLang="zh-TW" sz="700" b="1" dirty="0">
                <a:solidFill>
                  <a:srgbClr val="1561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09:30</a:t>
            </a:r>
          </a:p>
          <a:p>
            <a:pPr marL="0" indent="0" algn="r">
              <a:lnSpc>
                <a:spcPct val="200000"/>
              </a:lnSpc>
              <a:buNone/>
            </a:pPr>
            <a:r>
              <a:rPr lang="zh-TW" altLang="en-US" sz="700" dirty="0">
                <a:solidFill>
                  <a:srgbClr val="D8DFDD"/>
                </a:solidFill>
                <a:latin typeface="Microsoft JhengHei" pitchFamily="34" charset="0"/>
                <a:ea typeface="Microsoft JhengHei" pitchFamily="34" charset="-122"/>
              </a:rPr>
              <a:t>尚未打卡</a:t>
            </a:r>
            <a:endParaRPr lang="en-US" sz="700" dirty="0">
              <a:solidFill>
                <a:srgbClr val="D8DFDD"/>
              </a:solidFill>
            </a:endParaRPr>
          </a:p>
        </p:txBody>
      </p:sp>
      <p:sp>
        <p:nvSpPr>
          <p:cNvPr id="167" name="Shape 7">
            <a:extLst>
              <a:ext uri="{FF2B5EF4-FFF2-40B4-BE49-F238E27FC236}">
                <a16:creationId xmlns:a16="http://schemas.microsoft.com/office/drawing/2014/main" id="{97918613-503D-FC91-0120-6422A9478C46}"/>
              </a:ext>
            </a:extLst>
          </p:cNvPr>
          <p:cNvSpPr/>
          <p:nvPr/>
        </p:nvSpPr>
        <p:spPr>
          <a:xfrm>
            <a:off x="8108358" y="3686786"/>
            <a:ext cx="1765495" cy="0"/>
          </a:xfrm>
          <a:prstGeom prst="line">
            <a:avLst/>
          </a:prstGeom>
          <a:noFill/>
          <a:ln w="3175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69" name="Shape 7">
            <a:extLst>
              <a:ext uri="{FF2B5EF4-FFF2-40B4-BE49-F238E27FC236}">
                <a16:creationId xmlns:a16="http://schemas.microsoft.com/office/drawing/2014/main" id="{E0C30A7C-0573-2483-1194-DC1934ACA25A}"/>
              </a:ext>
            </a:extLst>
          </p:cNvPr>
          <p:cNvSpPr/>
          <p:nvPr/>
        </p:nvSpPr>
        <p:spPr>
          <a:xfrm>
            <a:off x="8108358" y="3953432"/>
            <a:ext cx="1765495" cy="0"/>
          </a:xfrm>
          <a:prstGeom prst="line">
            <a:avLst/>
          </a:prstGeom>
          <a:noFill/>
          <a:ln w="3175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71" name="Shape 36">
            <a:extLst>
              <a:ext uri="{FF2B5EF4-FFF2-40B4-BE49-F238E27FC236}">
                <a16:creationId xmlns:a16="http://schemas.microsoft.com/office/drawing/2014/main" id="{18C725AE-931F-FD6A-5283-EC31A308ED4D}"/>
              </a:ext>
            </a:extLst>
          </p:cNvPr>
          <p:cNvSpPr/>
          <p:nvPr/>
        </p:nvSpPr>
        <p:spPr>
          <a:xfrm>
            <a:off x="8924963" y="2431052"/>
            <a:ext cx="797402" cy="301485"/>
          </a:xfrm>
          <a:prstGeom prst="roundRect">
            <a:avLst>
              <a:gd name="adj" fmla="val 27273"/>
            </a:avLst>
          </a:prstGeom>
          <a:noFill/>
          <a:ln w="6350">
            <a:solidFill>
              <a:srgbClr val="14293D"/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73" name="Text 37">
            <a:extLst>
              <a:ext uri="{FF2B5EF4-FFF2-40B4-BE49-F238E27FC236}">
                <a16:creationId xmlns:a16="http://schemas.microsoft.com/office/drawing/2014/main" id="{295D2214-425B-5639-6B9E-BE97C070A939}"/>
              </a:ext>
            </a:extLst>
          </p:cNvPr>
          <p:cNvSpPr/>
          <p:nvPr/>
        </p:nvSpPr>
        <p:spPr>
          <a:xfrm>
            <a:off x="8924963" y="2431052"/>
            <a:ext cx="797401" cy="292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TW" altLang="en-US" sz="1000" dirty="0">
                <a:solidFill>
                  <a:srgbClr val="1429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上班</a:t>
            </a:r>
            <a:endParaRPr lang="en-US" sz="1000" dirty="0">
              <a:solidFill>
                <a:srgbClr val="14293D"/>
              </a:solidFill>
            </a:endParaRPr>
          </a:p>
        </p:txBody>
      </p:sp>
      <p:sp>
        <p:nvSpPr>
          <p:cNvPr id="175" name="Text 38">
            <a:extLst>
              <a:ext uri="{FF2B5EF4-FFF2-40B4-BE49-F238E27FC236}">
                <a16:creationId xmlns:a16="http://schemas.microsoft.com/office/drawing/2014/main" id="{0C83D8E4-568C-58A0-4D87-9FCECF5F21F8}"/>
              </a:ext>
            </a:extLst>
          </p:cNvPr>
          <p:cNvSpPr/>
          <p:nvPr/>
        </p:nvSpPr>
        <p:spPr>
          <a:xfrm>
            <a:off x="8275962" y="2550205"/>
            <a:ext cx="64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 err="1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已讀</a:t>
            </a:r>
            <a:endParaRPr lang="en-US" sz="700" dirty="0">
              <a:solidFill>
                <a:srgbClr val="6E7C86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 algn="r">
              <a:buNone/>
            </a:pPr>
            <a:r>
              <a:rPr lang="zh-TW" altLang="en-US" sz="700" dirty="0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</a:rPr>
              <a:t>上午</a:t>
            </a:r>
            <a:r>
              <a:rPr lang="en-US" altLang="zh-TW" sz="700" dirty="0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</a:rPr>
              <a:t>9:30</a:t>
            </a:r>
            <a:endParaRPr lang="en-US" sz="700" dirty="0"/>
          </a:p>
        </p:txBody>
      </p:sp>
      <p:pic>
        <p:nvPicPr>
          <p:cNvPr id="177" name="圖片 176">
            <a:extLst>
              <a:ext uri="{FF2B5EF4-FFF2-40B4-BE49-F238E27FC236}">
                <a16:creationId xmlns:a16="http://schemas.microsoft.com/office/drawing/2014/main" id="{06E17ABD-F221-85C8-F99E-F85CEC8910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961" y="2431052"/>
            <a:ext cx="292527" cy="292527"/>
          </a:xfrm>
          <a:prstGeom prst="ellipse">
            <a:avLst/>
          </a:prstGeom>
        </p:spPr>
      </p:pic>
      <p:sp>
        <p:nvSpPr>
          <p:cNvPr id="179" name="Text 18">
            <a:extLst>
              <a:ext uri="{FF2B5EF4-FFF2-40B4-BE49-F238E27FC236}">
                <a16:creationId xmlns:a16="http://schemas.microsoft.com/office/drawing/2014/main" id="{0CD57782-0EB5-C8AF-7D69-83C1DAC560C0}"/>
              </a:ext>
            </a:extLst>
          </p:cNvPr>
          <p:cNvSpPr/>
          <p:nvPr/>
        </p:nvSpPr>
        <p:spPr>
          <a:xfrm>
            <a:off x="8078855" y="3266504"/>
            <a:ext cx="3073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600" dirty="0">
                <a:solidFill>
                  <a:srgbClr val="EAD9A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已記錄遲到 </a:t>
            </a:r>
            <a:r>
              <a:rPr lang="en-US" altLang="zh-TW" sz="600" dirty="0">
                <a:solidFill>
                  <a:srgbClr val="EAD9A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0</a:t>
            </a:r>
            <a:r>
              <a:rPr lang="zh-TW" altLang="en-US" sz="600" dirty="0">
                <a:solidFill>
                  <a:srgbClr val="EAD9A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 小時 </a:t>
            </a:r>
            <a:r>
              <a:rPr lang="en-US" altLang="zh-TW" sz="600" dirty="0">
                <a:solidFill>
                  <a:srgbClr val="EAD9A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30</a:t>
            </a:r>
            <a:r>
              <a:rPr lang="zh-TW" altLang="en-US" sz="600" dirty="0">
                <a:solidFill>
                  <a:srgbClr val="EAD9A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 分鐘</a:t>
            </a:r>
            <a:endParaRPr lang="en-US" sz="600" dirty="0">
              <a:solidFill>
                <a:srgbClr val="EAD9A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1" name="Shape 4">
            <a:extLst>
              <a:ext uri="{FF2B5EF4-FFF2-40B4-BE49-F238E27FC236}">
                <a16:creationId xmlns:a16="http://schemas.microsoft.com/office/drawing/2014/main" id="{4D90729A-8CF5-FA0E-DD1A-D94898E67A5C}"/>
              </a:ext>
            </a:extLst>
          </p:cNvPr>
          <p:cNvSpPr/>
          <p:nvPr/>
        </p:nvSpPr>
        <p:spPr>
          <a:xfrm>
            <a:off x="871220" y="3532580"/>
            <a:ext cx="0" cy="912420"/>
          </a:xfrm>
          <a:prstGeom prst="line">
            <a:avLst/>
          </a:prstGeom>
          <a:noFill/>
          <a:ln w="19050">
            <a:solidFill>
              <a:srgbClr val="D8DFDD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3" name="Shape 10">
            <a:extLst>
              <a:ext uri="{FF2B5EF4-FFF2-40B4-BE49-F238E27FC236}">
                <a16:creationId xmlns:a16="http://schemas.microsoft.com/office/drawing/2014/main" id="{AE38F6C9-A652-0948-4C8C-77240B13E7B0}"/>
              </a:ext>
            </a:extLst>
          </p:cNvPr>
          <p:cNvSpPr/>
          <p:nvPr/>
        </p:nvSpPr>
        <p:spPr>
          <a:xfrm>
            <a:off x="640080" y="440563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3D3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5" name="Text 11">
            <a:extLst>
              <a:ext uri="{FF2B5EF4-FFF2-40B4-BE49-F238E27FC236}">
                <a16:creationId xmlns:a16="http://schemas.microsoft.com/office/drawing/2014/main" id="{75D0B35F-6155-F458-F9DA-E147652E95D4}"/>
              </a:ext>
            </a:extLst>
          </p:cNvPr>
          <p:cNvSpPr/>
          <p:nvPr/>
        </p:nvSpPr>
        <p:spPr>
          <a:xfrm>
            <a:off x="640080" y="440563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3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7" name="Text 12">
            <a:extLst>
              <a:ext uri="{FF2B5EF4-FFF2-40B4-BE49-F238E27FC236}">
                <a16:creationId xmlns:a16="http://schemas.microsoft.com/office/drawing/2014/main" id="{4F3BEF1B-5109-9790-53F7-25495BC9779F}"/>
              </a:ext>
            </a:extLst>
          </p:cNvPr>
          <p:cNvSpPr/>
          <p:nvPr/>
        </p:nvSpPr>
        <p:spPr>
          <a:xfrm>
            <a:off x="1280160" y="435991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1600" b="1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自動判斷遲到 </a:t>
            </a:r>
            <a:r>
              <a:rPr lang="en-US" altLang="zh-TW" sz="1600" b="1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/</a:t>
            </a:r>
            <a:r>
              <a:rPr lang="zh-TW" altLang="en-US" sz="1600" b="1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早退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9" name="Text 13">
            <a:extLst>
              <a:ext uri="{FF2B5EF4-FFF2-40B4-BE49-F238E27FC236}">
                <a16:creationId xmlns:a16="http://schemas.microsoft.com/office/drawing/2014/main" id="{9782D31A-C59B-EA58-BD21-441852DE5AA5}"/>
              </a:ext>
            </a:extLst>
          </p:cNvPr>
          <p:cNvSpPr/>
          <p:nvPr/>
        </p:nvSpPr>
        <p:spPr>
          <a:xfrm>
            <a:off x="1280160" y="4689242"/>
            <a:ext cx="5687704" cy="427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altLang="zh-TW" sz="1200" dirty="0" err="1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系統依到職資料自動比對「標準上班</a:t>
            </a:r>
            <a:r>
              <a:rPr lang="en-US" altLang="zh-TW" sz="1200" dirty="0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</a:t>
            </a:r>
            <a:r>
              <a:rPr lang="en-US" altLang="zh-TW" sz="1200" dirty="0" err="1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下班時間</a:t>
            </a:r>
            <a:r>
              <a:rPr lang="en-US" altLang="zh-TW" sz="1200" dirty="0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」，</a:t>
            </a:r>
            <a:r>
              <a:rPr lang="en-US" altLang="zh-TW" sz="1200" dirty="0" err="1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異常會直接標示在卡片上</a:t>
            </a:r>
            <a:r>
              <a:rPr lang="en-US" altLang="zh-TW" sz="1200" dirty="0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altLang="zh-TW" sz="1200" dirty="0"/>
          </a:p>
        </p:txBody>
      </p:sp>
      <p:sp>
        <p:nvSpPr>
          <p:cNvPr id="192" name="Text 0">
            <a:extLst>
              <a:ext uri="{FF2B5EF4-FFF2-40B4-BE49-F238E27FC236}">
                <a16:creationId xmlns:a16="http://schemas.microsoft.com/office/drawing/2014/main" id="{DD2AC367-AC8D-F4B7-3FC0-419DE7401829}"/>
              </a:ext>
            </a:extLst>
          </p:cNvPr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1300" b="1" kern="0" spc="200" dirty="0">
                <a:solidFill>
                  <a:srgbClr val="146C6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CHECK IN / OUT</a:t>
            </a:r>
          </a:p>
        </p:txBody>
      </p:sp>
      <p:sp>
        <p:nvSpPr>
          <p:cNvPr id="195" name="Text 1">
            <a:extLst>
              <a:ext uri="{FF2B5EF4-FFF2-40B4-BE49-F238E27FC236}">
                <a16:creationId xmlns:a16="http://schemas.microsoft.com/office/drawing/2014/main" id="{3A37AED5-F919-927D-5741-0A97403D8344}"/>
              </a:ext>
            </a:extLst>
          </p:cNvPr>
          <p:cNvSpPr/>
          <p:nvPr/>
        </p:nvSpPr>
        <p:spPr>
          <a:xfrm>
            <a:off x="82296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3000" b="1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打卡操作</a:t>
            </a:r>
            <a:endParaRPr lang="en-US" altLang="zh-TW" sz="3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41364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8D4515E-A4A6-B507-E128-30AB2A4F5DE7}"/>
              </a:ext>
            </a:extLst>
          </p:cNvPr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1300" b="1" kern="0" spc="200" dirty="0">
                <a:solidFill>
                  <a:srgbClr val="146C6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CHECK IN / OUT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75B1688-2BD9-49FB-672B-FD803A9E70FF}"/>
              </a:ext>
            </a:extLst>
          </p:cNvPr>
          <p:cNvSpPr/>
          <p:nvPr/>
        </p:nvSpPr>
        <p:spPr>
          <a:xfrm>
            <a:off x="82296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3000" b="1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想看當月打卡狀況？點一下月報表</a:t>
            </a:r>
            <a:endParaRPr lang="en-US" altLang="zh-TW" sz="3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DB5BA17-D780-76B8-741F-F2D930FF2FCD}"/>
              </a:ext>
            </a:extLst>
          </p:cNvPr>
          <p:cNvSpPr/>
          <p:nvPr/>
        </p:nvSpPr>
        <p:spPr>
          <a:xfrm>
            <a:off x="822960" y="1371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TW" sz="1250" dirty="0" err="1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點選選單「月報表</a:t>
            </a:r>
            <a:r>
              <a:rPr lang="en-US" altLang="zh-TW" sz="1250" dirty="0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」，</a:t>
            </a:r>
            <a:r>
              <a:rPr lang="en-US" altLang="zh-TW" sz="1250" dirty="0" err="1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同樣在</a:t>
            </a:r>
            <a:r>
              <a:rPr lang="en-US" altLang="zh-TW" sz="1250" dirty="0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LINE </a:t>
            </a:r>
            <a:r>
              <a:rPr lang="en-US" altLang="zh-TW" sz="1250" dirty="0" err="1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對話視窗內開啟，不必額外下載或登入其他系統</a:t>
            </a:r>
            <a:r>
              <a:rPr lang="en-US" altLang="zh-TW" sz="1250" dirty="0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altLang="zh-TW" sz="125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A688AC65-749A-BFAA-6DB6-2469928E2077}"/>
              </a:ext>
            </a:extLst>
          </p:cNvPr>
          <p:cNvSpPr/>
          <p:nvPr/>
        </p:nvSpPr>
        <p:spPr>
          <a:xfrm>
            <a:off x="725243" y="2013294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DCEEE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A9A502CB-F5B1-C905-970A-F899D5D5C482}"/>
              </a:ext>
            </a:extLst>
          </p:cNvPr>
          <p:cNvSpPr/>
          <p:nvPr/>
        </p:nvSpPr>
        <p:spPr>
          <a:xfrm>
            <a:off x="1280822" y="194913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出勤率圓環</a:t>
            </a:r>
            <a:endParaRPr lang="en-US" sz="16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85B6D5B3-FD98-55BA-1698-8A8FEC387D5A}"/>
              </a:ext>
            </a:extLst>
          </p:cNvPr>
          <p:cNvSpPr/>
          <p:nvPr/>
        </p:nvSpPr>
        <p:spPr>
          <a:xfrm>
            <a:off x="1280822" y="215242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以「已過去的平日天數」為分母，避免月初看起來偏低</a:t>
            </a:r>
            <a:endParaRPr lang="en-US" sz="1200" dirty="0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66D7A5CE-700C-FFF5-B1DB-E50B8BE31C15}"/>
              </a:ext>
            </a:extLst>
          </p:cNvPr>
          <p:cNvSpPr/>
          <p:nvPr/>
        </p:nvSpPr>
        <p:spPr>
          <a:xfrm>
            <a:off x="725243" y="2786562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DCEEE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B7A8578D-6DB2-FA82-828C-3CE6AF4E015D}"/>
              </a:ext>
            </a:extLst>
          </p:cNvPr>
          <p:cNvSpPr/>
          <p:nvPr/>
        </p:nvSpPr>
        <p:spPr>
          <a:xfrm>
            <a:off x="1280822" y="2722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月份切換</a:t>
            </a:r>
            <a:endParaRPr lang="en-US" sz="16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BB6CB246-53E2-5181-609D-A420910C5C06}"/>
              </a:ext>
            </a:extLst>
          </p:cNvPr>
          <p:cNvSpPr/>
          <p:nvPr/>
        </p:nvSpPr>
        <p:spPr>
          <a:xfrm>
            <a:off x="1280822" y="292569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左右箭頭切換月份，最新只能看到當月，無法切到未來</a:t>
            </a:r>
            <a:endParaRPr lang="en-US" sz="1200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E754541D-814D-D393-878D-6F6B05FABC73}"/>
              </a:ext>
            </a:extLst>
          </p:cNvPr>
          <p:cNvSpPr/>
          <p:nvPr/>
        </p:nvSpPr>
        <p:spPr>
          <a:xfrm>
            <a:off x="725243" y="3553204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DCEEE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88854809-9BD6-51BD-DF7C-03D65A858B6A}"/>
              </a:ext>
            </a:extLst>
          </p:cNvPr>
          <p:cNvSpPr/>
          <p:nvPr/>
        </p:nvSpPr>
        <p:spPr>
          <a:xfrm>
            <a:off x="1280822" y="348904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點日期看明細</a:t>
            </a:r>
            <a:endParaRPr lang="en-US" sz="1600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1799FCCA-3CDC-6116-FA91-931D1C38A377}"/>
              </a:ext>
            </a:extLst>
          </p:cNvPr>
          <p:cNvSpPr/>
          <p:nvPr/>
        </p:nvSpPr>
        <p:spPr>
          <a:xfrm>
            <a:off x="1280822" y="369233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點選任一天，展開當天上下班時間與工作時數</a:t>
            </a:r>
            <a:endParaRPr lang="en-US" sz="1200" dirty="0"/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740654AE-5631-5DEF-7D01-85A58E6B50FF}"/>
              </a:ext>
            </a:extLst>
          </p:cNvPr>
          <p:cNvSpPr/>
          <p:nvPr/>
        </p:nvSpPr>
        <p:spPr>
          <a:xfrm>
            <a:off x="7461885" y="1417320"/>
            <a:ext cx="2834640" cy="5074920"/>
          </a:xfrm>
          <a:prstGeom prst="roundRect">
            <a:avLst>
              <a:gd name="adj" fmla="val 9032"/>
            </a:avLst>
          </a:prstGeom>
          <a:solidFill>
            <a:srgbClr val="1F2937"/>
          </a:solidFill>
          <a:ln/>
          <a:effectLst>
            <a:outerShdw blurRad="127000" dist="50800" dir="5400000" algn="bl" rotWithShape="0">
              <a:srgbClr val="1F2937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BD49A7C1-15F0-CCED-8495-6694A280B238}"/>
              </a:ext>
            </a:extLst>
          </p:cNvPr>
          <p:cNvSpPr/>
          <p:nvPr/>
        </p:nvSpPr>
        <p:spPr>
          <a:xfrm>
            <a:off x="7534656" y="1581912"/>
            <a:ext cx="2670048" cy="4811573"/>
          </a:xfrm>
          <a:prstGeom prst="roundRect">
            <a:avLst>
              <a:gd name="adj" fmla="val 5479"/>
            </a:avLst>
          </a:prstGeom>
          <a:solidFill>
            <a:srgbClr val="F6F8F7"/>
          </a:solidFill>
          <a:ln/>
        </p:spPr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Shape 16">
            <a:extLst>
              <a:ext uri="{FF2B5EF4-FFF2-40B4-BE49-F238E27FC236}">
                <a16:creationId xmlns:a16="http://schemas.microsoft.com/office/drawing/2014/main" id="{D6369992-693E-BD1C-F16B-D76EFE62F670}"/>
              </a:ext>
            </a:extLst>
          </p:cNvPr>
          <p:cNvSpPr/>
          <p:nvPr/>
        </p:nvSpPr>
        <p:spPr>
          <a:xfrm>
            <a:off x="8549640" y="1491386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5B13D982-E288-3E8F-89F2-5B5A5F1446CC}"/>
              </a:ext>
            </a:extLst>
          </p:cNvPr>
          <p:cNvSpPr/>
          <p:nvPr/>
        </p:nvSpPr>
        <p:spPr>
          <a:xfrm>
            <a:off x="7534656" y="1581912"/>
            <a:ext cx="2699345" cy="397377"/>
          </a:xfrm>
          <a:prstGeom prst="rect">
            <a:avLst/>
          </a:prstGeom>
          <a:solidFill>
            <a:srgbClr val="14293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D9C709F3-84D7-BB07-965B-2A5DE6945907}"/>
              </a:ext>
            </a:extLst>
          </p:cNvPr>
          <p:cNvSpPr/>
          <p:nvPr/>
        </p:nvSpPr>
        <p:spPr>
          <a:xfrm>
            <a:off x="7635240" y="1581912"/>
            <a:ext cx="2463739" cy="397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TW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Y‘S </a:t>
            </a:r>
            <a:r>
              <a:rPr lang="en-US" altLang="zh-TW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CLOUD</a:t>
            </a:r>
            <a:r>
              <a:rPr lang="en-US" altLang="zh-TW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 </a:t>
            </a:r>
            <a:r>
              <a:rPr lang="en-US" altLang="zh-TW" sz="1050" dirty="0">
                <a:solidFill>
                  <a:srgbClr val="C7D2D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·  </a:t>
            </a:r>
            <a:r>
              <a:rPr lang="zh-TW" altLang="en-US" sz="1050" dirty="0">
                <a:solidFill>
                  <a:srgbClr val="C7D2D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月報表</a:t>
            </a:r>
            <a:endParaRPr lang="en-US" altLang="zh-TW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Text 5">
            <a:extLst>
              <a:ext uri="{FF2B5EF4-FFF2-40B4-BE49-F238E27FC236}">
                <a16:creationId xmlns:a16="http://schemas.microsoft.com/office/drawing/2014/main" id="{056679A2-227F-C2D7-3E5B-D300F95D59DB}"/>
              </a:ext>
            </a:extLst>
          </p:cNvPr>
          <p:cNvSpPr/>
          <p:nvPr/>
        </p:nvSpPr>
        <p:spPr>
          <a:xfrm>
            <a:off x="7613334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‹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Text 6">
            <a:extLst>
              <a:ext uri="{FF2B5EF4-FFF2-40B4-BE49-F238E27FC236}">
                <a16:creationId xmlns:a16="http://schemas.microsoft.com/office/drawing/2014/main" id="{5007DB37-A280-C8F7-8645-5BFCF729B03C}"/>
              </a:ext>
            </a:extLst>
          </p:cNvPr>
          <p:cNvSpPr/>
          <p:nvPr/>
        </p:nvSpPr>
        <p:spPr>
          <a:xfrm>
            <a:off x="7875447" y="2121408"/>
            <a:ext cx="184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2026年 7 月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Text 7">
            <a:extLst>
              <a:ext uri="{FF2B5EF4-FFF2-40B4-BE49-F238E27FC236}">
                <a16:creationId xmlns:a16="http://schemas.microsoft.com/office/drawing/2014/main" id="{38981235-961C-4722-9139-BB7F53F7879D}"/>
              </a:ext>
            </a:extLst>
          </p:cNvPr>
          <p:cNvSpPr/>
          <p:nvPr/>
        </p:nvSpPr>
        <p:spPr>
          <a:xfrm>
            <a:off x="9621071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8DFD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›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Shape 8">
            <a:extLst>
              <a:ext uri="{FF2B5EF4-FFF2-40B4-BE49-F238E27FC236}">
                <a16:creationId xmlns:a16="http://schemas.microsoft.com/office/drawing/2014/main" id="{723E3634-892F-C994-606E-D24271E0A5A5}"/>
              </a:ext>
            </a:extLst>
          </p:cNvPr>
          <p:cNvSpPr/>
          <p:nvPr/>
        </p:nvSpPr>
        <p:spPr>
          <a:xfrm>
            <a:off x="7635240" y="2489200"/>
            <a:ext cx="2463739" cy="107519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9">
            <a:extLst>
              <a:ext uri="{FF2B5EF4-FFF2-40B4-BE49-F238E27FC236}">
                <a16:creationId xmlns:a16="http://schemas.microsoft.com/office/drawing/2014/main" id="{7997C86F-0498-FC9D-422C-7AA45521E009}"/>
              </a:ext>
            </a:extLst>
          </p:cNvPr>
          <p:cNvSpPr/>
          <p:nvPr/>
        </p:nvSpPr>
        <p:spPr>
          <a:xfrm>
            <a:off x="7825920" y="2654328"/>
            <a:ext cx="710385" cy="710385"/>
          </a:xfrm>
          <a:prstGeom prst="ellipse">
            <a:avLst/>
          </a:prstGeom>
          <a:solidFill>
            <a:srgbClr val="FFFFFF"/>
          </a:solidFill>
          <a:ln w="76200">
            <a:solidFill>
              <a:srgbClr val="1F8F8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Text 10">
            <a:extLst>
              <a:ext uri="{FF2B5EF4-FFF2-40B4-BE49-F238E27FC236}">
                <a16:creationId xmlns:a16="http://schemas.microsoft.com/office/drawing/2014/main" id="{105BCBB9-1EFD-116A-E42B-9A9648768E16}"/>
              </a:ext>
            </a:extLst>
          </p:cNvPr>
          <p:cNvSpPr/>
          <p:nvPr/>
        </p:nvSpPr>
        <p:spPr>
          <a:xfrm>
            <a:off x="7923849" y="2756298"/>
            <a:ext cx="521207" cy="378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92%</a:t>
            </a:r>
            <a:endParaRPr lang="en-US" sz="1400" dirty="0"/>
          </a:p>
        </p:txBody>
      </p:sp>
      <p:sp>
        <p:nvSpPr>
          <p:cNvPr id="59" name="Text 11">
            <a:extLst>
              <a:ext uri="{FF2B5EF4-FFF2-40B4-BE49-F238E27FC236}">
                <a16:creationId xmlns:a16="http://schemas.microsoft.com/office/drawing/2014/main" id="{DF198D0C-7F96-CE5E-41F1-93E367692FCA}"/>
              </a:ext>
            </a:extLst>
          </p:cNvPr>
          <p:cNvSpPr/>
          <p:nvPr/>
        </p:nvSpPr>
        <p:spPr>
          <a:xfrm>
            <a:off x="7919373" y="2983272"/>
            <a:ext cx="521208" cy="28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E7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出勤率</a:t>
            </a:r>
            <a:endParaRPr lang="en-US" sz="700" dirty="0"/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CCA045AA-B4E6-8CA9-AACF-46CEEFA91C79}"/>
              </a:ext>
            </a:extLst>
          </p:cNvPr>
          <p:cNvSpPr/>
          <p:nvPr/>
        </p:nvSpPr>
        <p:spPr>
          <a:xfrm>
            <a:off x="8734191" y="2555229"/>
            <a:ext cx="541256" cy="28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E7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出勤天數</a:t>
            </a:r>
            <a:endParaRPr lang="en-US" sz="800" b="1" dirty="0"/>
          </a:p>
        </p:txBody>
      </p:sp>
      <p:sp>
        <p:nvSpPr>
          <p:cNvPr id="63" name="Text 13">
            <a:extLst>
              <a:ext uri="{FF2B5EF4-FFF2-40B4-BE49-F238E27FC236}">
                <a16:creationId xmlns:a16="http://schemas.microsoft.com/office/drawing/2014/main" id="{42B6BE9D-8F72-5496-6D0B-8BCE00291D5E}"/>
              </a:ext>
            </a:extLst>
          </p:cNvPr>
          <p:cNvSpPr/>
          <p:nvPr/>
        </p:nvSpPr>
        <p:spPr>
          <a:xfrm>
            <a:off x="9419524" y="2555229"/>
            <a:ext cx="441718" cy="28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05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 天</a:t>
            </a:r>
            <a:endParaRPr lang="en-US" sz="1000" dirty="0"/>
          </a:p>
        </p:txBody>
      </p:sp>
      <p:sp>
        <p:nvSpPr>
          <p:cNvPr id="65" name="Text 14">
            <a:extLst>
              <a:ext uri="{FF2B5EF4-FFF2-40B4-BE49-F238E27FC236}">
                <a16:creationId xmlns:a16="http://schemas.microsoft.com/office/drawing/2014/main" id="{6926376B-D9F7-0138-3DC4-D8C19118F885}"/>
              </a:ext>
            </a:extLst>
          </p:cNvPr>
          <p:cNvSpPr/>
          <p:nvPr/>
        </p:nvSpPr>
        <p:spPr>
          <a:xfrm>
            <a:off x="8734191" y="2934514"/>
            <a:ext cx="771060" cy="28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E7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遲到／早退</a:t>
            </a:r>
            <a:endParaRPr lang="en-US" sz="800" b="1" dirty="0"/>
          </a:p>
        </p:txBody>
      </p:sp>
      <p:sp>
        <p:nvSpPr>
          <p:cNvPr id="67" name="Text 15">
            <a:extLst>
              <a:ext uri="{FF2B5EF4-FFF2-40B4-BE49-F238E27FC236}">
                <a16:creationId xmlns:a16="http://schemas.microsoft.com/office/drawing/2014/main" id="{D66E87EB-3056-309A-641E-07A0CCA0AEBD}"/>
              </a:ext>
            </a:extLst>
          </p:cNvPr>
          <p:cNvSpPr/>
          <p:nvPr/>
        </p:nvSpPr>
        <p:spPr>
          <a:xfrm>
            <a:off x="9419524" y="2934514"/>
            <a:ext cx="441718" cy="28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675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/ 0</a:t>
            </a:r>
            <a:endParaRPr lang="en-US" sz="1000" dirty="0"/>
          </a:p>
        </p:txBody>
      </p:sp>
      <p:sp>
        <p:nvSpPr>
          <p:cNvPr id="69" name="Text 16">
            <a:extLst>
              <a:ext uri="{FF2B5EF4-FFF2-40B4-BE49-F238E27FC236}">
                <a16:creationId xmlns:a16="http://schemas.microsoft.com/office/drawing/2014/main" id="{526DB4B5-F06B-89BC-92B8-724F9B81843F}"/>
              </a:ext>
            </a:extLst>
          </p:cNvPr>
          <p:cNvSpPr/>
          <p:nvPr/>
        </p:nvSpPr>
        <p:spPr>
          <a:xfrm>
            <a:off x="8734191" y="3280459"/>
            <a:ext cx="771060" cy="28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E7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本月總工時</a:t>
            </a:r>
            <a:endParaRPr lang="en-US" sz="800" b="1" dirty="0"/>
          </a:p>
        </p:txBody>
      </p:sp>
      <p:sp>
        <p:nvSpPr>
          <p:cNvPr id="71" name="Text 17">
            <a:extLst>
              <a:ext uri="{FF2B5EF4-FFF2-40B4-BE49-F238E27FC236}">
                <a16:creationId xmlns:a16="http://schemas.microsoft.com/office/drawing/2014/main" id="{6B9634C0-C743-8B23-C103-0F0074389D84}"/>
              </a:ext>
            </a:extLst>
          </p:cNvPr>
          <p:cNvSpPr/>
          <p:nvPr/>
        </p:nvSpPr>
        <p:spPr>
          <a:xfrm>
            <a:off x="9381292" y="3280459"/>
            <a:ext cx="479950" cy="28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05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88 小時</a:t>
            </a:r>
            <a:endParaRPr lang="en-US" sz="1000" dirty="0"/>
          </a:p>
        </p:txBody>
      </p:sp>
      <p:sp>
        <p:nvSpPr>
          <p:cNvPr id="73" name="Shape 7">
            <a:extLst>
              <a:ext uri="{FF2B5EF4-FFF2-40B4-BE49-F238E27FC236}">
                <a16:creationId xmlns:a16="http://schemas.microsoft.com/office/drawing/2014/main" id="{F12B5E0A-7C48-202B-0FF7-45258E3DBD6D}"/>
              </a:ext>
            </a:extLst>
          </p:cNvPr>
          <p:cNvSpPr/>
          <p:nvPr/>
        </p:nvSpPr>
        <p:spPr>
          <a:xfrm flipV="1">
            <a:off x="8753475" y="3224148"/>
            <a:ext cx="1147761" cy="0"/>
          </a:xfrm>
          <a:prstGeom prst="line">
            <a:avLst/>
          </a:prstGeom>
          <a:noFill/>
          <a:ln w="9525">
            <a:solidFill>
              <a:srgbClr val="D8DF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Shape 7">
            <a:extLst>
              <a:ext uri="{FF2B5EF4-FFF2-40B4-BE49-F238E27FC236}">
                <a16:creationId xmlns:a16="http://schemas.microsoft.com/office/drawing/2014/main" id="{6CFFB34E-491A-8FA3-EB4B-84FD81AF0DF6}"/>
              </a:ext>
            </a:extLst>
          </p:cNvPr>
          <p:cNvSpPr/>
          <p:nvPr/>
        </p:nvSpPr>
        <p:spPr>
          <a:xfrm>
            <a:off x="8734190" y="2842768"/>
            <a:ext cx="1167048" cy="0"/>
          </a:xfrm>
          <a:prstGeom prst="line">
            <a:avLst/>
          </a:prstGeom>
          <a:noFill/>
          <a:ln w="9525">
            <a:solidFill>
              <a:srgbClr val="D8DF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Text 18">
            <a:extLst>
              <a:ext uri="{FF2B5EF4-FFF2-40B4-BE49-F238E27FC236}">
                <a16:creationId xmlns:a16="http://schemas.microsoft.com/office/drawing/2014/main" id="{748ABE10-7A66-C8CF-74B4-44520FA149B2}"/>
              </a:ext>
            </a:extLst>
          </p:cNvPr>
          <p:cNvSpPr/>
          <p:nvPr/>
        </p:nvSpPr>
        <p:spPr>
          <a:xfrm>
            <a:off x="7656644" y="3783264"/>
            <a:ext cx="338552" cy="162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日</a:t>
            </a:r>
            <a:endParaRPr lang="en-US" sz="750" dirty="0"/>
          </a:p>
        </p:txBody>
      </p:sp>
      <p:sp>
        <p:nvSpPr>
          <p:cNvPr id="79" name="Text 19">
            <a:extLst>
              <a:ext uri="{FF2B5EF4-FFF2-40B4-BE49-F238E27FC236}">
                <a16:creationId xmlns:a16="http://schemas.microsoft.com/office/drawing/2014/main" id="{F009202A-97F1-0236-7366-096988E716F4}"/>
              </a:ext>
            </a:extLst>
          </p:cNvPr>
          <p:cNvSpPr/>
          <p:nvPr/>
        </p:nvSpPr>
        <p:spPr>
          <a:xfrm>
            <a:off x="7987381" y="3777950"/>
            <a:ext cx="338552" cy="162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一</a:t>
            </a:r>
            <a:endParaRPr lang="en-US" sz="750" dirty="0"/>
          </a:p>
        </p:txBody>
      </p:sp>
      <p:sp>
        <p:nvSpPr>
          <p:cNvPr id="81" name="Text 20">
            <a:extLst>
              <a:ext uri="{FF2B5EF4-FFF2-40B4-BE49-F238E27FC236}">
                <a16:creationId xmlns:a16="http://schemas.microsoft.com/office/drawing/2014/main" id="{BCCDCFA2-48FD-B453-AC19-ABBC70365237}"/>
              </a:ext>
            </a:extLst>
          </p:cNvPr>
          <p:cNvSpPr/>
          <p:nvPr/>
        </p:nvSpPr>
        <p:spPr>
          <a:xfrm>
            <a:off x="8264686" y="3743461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二</a:t>
            </a:r>
            <a:endParaRPr lang="en-US" sz="750" dirty="0"/>
          </a:p>
        </p:txBody>
      </p:sp>
      <p:sp>
        <p:nvSpPr>
          <p:cNvPr id="83" name="Text 21">
            <a:extLst>
              <a:ext uri="{FF2B5EF4-FFF2-40B4-BE49-F238E27FC236}">
                <a16:creationId xmlns:a16="http://schemas.microsoft.com/office/drawing/2014/main" id="{14A0BBCB-AE0D-D146-F775-B0D102239F7D}"/>
              </a:ext>
            </a:extLst>
          </p:cNvPr>
          <p:cNvSpPr/>
          <p:nvPr/>
        </p:nvSpPr>
        <p:spPr>
          <a:xfrm>
            <a:off x="8692507" y="3778194"/>
            <a:ext cx="338552" cy="162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三</a:t>
            </a:r>
            <a:endParaRPr lang="en-US" sz="7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9A0E161-81EF-F939-C63D-ABA5EA68C193}"/>
              </a:ext>
            </a:extLst>
          </p:cNvPr>
          <p:cNvSpPr/>
          <p:nvPr/>
        </p:nvSpPr>
        <p:spPr>
          <a:xfrm>
            <a:off x="9042686" y="3777950"/>
            <a:ext cx="338552" cy="162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四</a:t>
            </a:r>
            <a:endParaRPr lang="en-US" sz="750" dirty="0"/>
          </a:p>
        </p:txBody>
      </p:sp>
      <p:sp>
        <p:nvSpPr>
          <p:cNvPr id="87" name="Text 23">
            <a:extLst>
              <a:ext uri="{FF2B5EF4-FFF2-40B4-BE49-F238E27FC236}">
                <a16:creationId xmlns:a16="http://schemas.microsoft.com/office/drawing/2014/main" id="{0AFDA76A-BEE5-E287-E1E0-70F986B16CAB}"/>
              </a:ext>
            </a:extLst>
          </p:cNvPr>
          <p:cNvSpPr/>
          <p:nvPr/>
        </p:nvSpPr>
        <p:spPr>
          <a:xfrm>
            <a:off x="9402191" y="3777950"/>
            <a:ext cx="338552" cy="162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五</a:t>
            </a:r>
            <a:endParaRPr lang="en-US" sz="750" dirty="0"/>
          </a:p>
        </p:txBody>
      </p:sp>
      <p:sp>
        <p:nvSpPr>
          <p:cNvPr id="89" name="Text 24">
            <a:extLst>
              <a:ext uri="{FF2B5EF4-FFF2-40B4-BE49-F238E27FC236}">
                <a16:creationId xmlns:a16="http://schemas.microsoft.com/office/drawing/2014/main" id="{94569759-CE87-F6BC-9113-24A36EE9C614}"/>
              </a:ext>
            </a:extLst>
          </p:cNvPr>
          <p:cNvSpPr/>
          <p:nvPr/>
        </p:nvSpPr>
        <p:spPr>
          <a:xfrm>
            <a:off x="9742460" y="3777950"/>
            <a:ext cx="338552" cy="162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六</a:t>
            </a:r>
            <a:endParaRPr lang="en-US" sz="750" dirty="0"/>
          </a:p>
        </p:txBody>
      </p:sp>
      <p:sp>
        <p:nvSpPr>
          <p:cNvPr id="91" name="Shape 34">
            <a:extLst>
              <a:ext uri="{FF2B5EF4-FFF2-40B4-BE49-F238E27FC236}">
                <a16:creationId xmlns:a16="http://schemas.microsoft.com/office/drawing/2014/main" id="{40F1B9D1-8774-5E9B-84D0-F4337ABBCB08}"/>
              </a:ext>
            </a:extLst>
          </p:cNvPr>
          <p:cNvSpPr/>
          <p:nvPr/>
        </p:nvSpPr>
        <p:spPr>
          <a:xfrm>
            <a:off x="8719939" y="4070802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A6752E"/>
            </a:solidFill>
            <a:prstDash val="sysDash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93" name="Text 35">
            <a:extLst>
              <a:ext uri="{FF2B5EF4-FFF2-40B4-BE49-F238E27FC236}">
                <a16:creationId xmlns:a16="http://schemas.microsoft.com/office/drawing/2014/main" id="{2F8A6768-3F04-5D54-539E-993CB059EC52}"/>
              </a:ext>
            </a:extLst>
          </p:cNvPr>
          <p:cNvSpPr/>
          <p:nvPr/>
        </p:nvSpPr>
        <p:spPr>
          <a:xfrm>
            <a:off x="8738227" y="4098234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/>
              <a:t>1</a:t>
            </a:r>
          </a:p>
        </p:txBody>
      </p:sp>
      <p:sp>
        <p:nvSpPr>
          <p:cNvPr id="95" name="Shape 36">
            <a:extLst>
              <a:ext uri="{FF2B5EF4-FFF2-40B4-BE49-F238E27FC236}">
                <a16:creationId xmlns:a16="http://schemas.microsoft.com/office/drawing/2014/main" id="{12749FF6-B1FA-E905-E998-ADBCDA6DA267}"/>
              </a:ext>
            </a:extLst>
          </p:cNvPr>
          <p:cNvSpPr/>
          <p:nvPr/>
        </p:nvSpPr>
        <p:spPr>
          <a:xfrm>
            <a:off x="8936348" y="4116522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7" name="Shape 37">
            <a:extLst>
              <a:ext uri="{FF2B5EF4-FFF2-40B4-BE49-F238E27FC236}">
                <a16:creationId xmlns:a16="http://schemas.microsoft.com/office/drawing/2014/main" id="{7CE9227C-CD44-3244-0289-4825AE440D6D}"/>
              </a:ext>
            </a:extLst>
          </p:cNvPr>
          <p:cNvSpPr/>
          <p:nvPr/>
        </p:nvSpPr>
        <p:spPr>
          <a:xfrm>
            <a:off x="9070118" y="4070558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A6752E"/>
            </a:solidFill>
            <a:prstDash val="sys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Text 38">
            <a:extLst>
              <a:ext uri="{FF2B5EF4-FFF2-40B4-BE49-F238E27FC236}">
                <a16:creationId xmlns:a16="http://schemas.microsoft.com/office/drawing/2014/main" id="{1524AB98-6A6C-AFF7-5864-FB292885F88C}"/>
              </a:ext>
            </a:extLst>
          </p:cNvPr>
          <p:cNvSpPr/>
          <p:nvPr/>
        </p:nvSpPr>
        <p:spPr>
          <a:xfrm>
            <a:off x="9088406" y="4097990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/>
              <a:t>2</a:t>
            </a:r>
          </a:p>
        </p:txBody>
      </p:sp>
      <p:sp>
        <p:nvSpPr>
          <p:cNvPr id="101" name="Shape 39">
            <a:extLst>
              <a:ext uri="{FF2B5EF4-FFF2-40B4-BE49-F238E27FC236}">
                <a16:creationId xmlns:a16="http://schemas.microsoft.com/office/drawing/2014/main" id="{B8940544-ED09-2CCF-14C2-1BF07E77C665}"/>
              </a:ext>
            </a:extLst>
          </p:cNvPr>
          <p:cNvSpPr/>
          <p:nvPr/>
        </p:nvSpPr>
        <p:spPr>
          <a:xfrm>
            <a:off x="9286527" y="4116278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103" name="Shape 40">
            <a:extLst>
              <a:ext uri="{FF2B5EF4-FFF2-40B4-BE49-F238E27FC236}">
                <a16:creationId xmlns:a16="http://schemas.microsoft.com/office/drawing/2014/main" id="{0B1A04C9-3B7A-ADFA-F865-D0519F432FF2}"/>
              </a:ext>
            </a:extLst>
          </p:cNvPr>
          <p:cNvSpPr/>
          <p:nvPr/>
        </p:nvSpPr>
        <p:spPr>
          <a:xfrm>
            <a:off x="9429623" y="4070558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A6752E"/>
            </a:solidFill>
            <a:prstDash val="sys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Text 41">
            <a:extLst>
              <a:ext uri="{FF2B5EF4-FFF2-40B4-BE49-F238E27FC236}">
                <a16:creationId xmlns:a16="http://schemas.microsoft.com/office/drawing/2014/main" id="{BD01B068-4C88-F3AA-29AA-EFFB8268B9F2}"/>
              </a:ext>
            </a:extLst>
          </p:cNvPr>
          <p:cNvSpPr/>
          <p:nvPr/>
        </p:nvSpPr>
        <p:spPr>
          <a:xfrm>
            <a:off x="9447911" y="4097990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3</a:t>
            </a:r>
            <a:endParaRPr lang="en-US" sz="750" dirty="0"/>
          </a:p>
        </p:txBody>
      </p:sp>
      <p:sp>
        <p:nvSpPr>
          <p:cNvPr id="107" name="Shape 42">
            <a:extLst>
              <a:ext uri="{FF2B5EF4-FFF2-40B4-BE49-F238E27FC236}">
                <a16:creationId xmlns:a16="http://schemas.microsoft.com/office/drawing/2014/main" id="{2A4DA517-2105-5039-5F52-769AD7C4CBAA}"/>
              </a:ext>
            </a:extLst>
          </p:cNvPr>
          <p:cNvSpPr/>
          <p:nvPr/>
        </p:nvSpPr>
        <p:spPr>
          <a:xfrm>
            <a:off x="9769892" y="4070558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6F8F7"/>
          </a:solidFill>
          <a:ln w="6350">
            <a:solidFill>
              <a:srgbClr val="EEF2F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Text 43">
            <a:extLst>
              <a:ext uri="{FF2B5EF4-FFF2-40B4-BE49-F238E27FC236}">
                <a16:creationId xmlns:a16="http://schemas.microsoft.com/office/drawing/2014/main" id="{76E29FC5-8942-7A34-EBBC-4640000284D0}"/>
              </a:ext>
            </a:extLst>
          </p:cNvPr>
          <p:cNvSpPr/>
          <p:nvPr/>
        </p:nvSpPr>
        <p:spPr>
          <a:xfrm>
            <a:off x="9788180" y="4097990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8DFDD"/>
                </a:solidFill>
              </a:rPr>
              <a:t>4</a:t>
            </a:r>
          </a:p>
        </p:txBody>
      </p:sp>
      <p:sp>
        <p:nvSpPr>
          <p:cNvPr id="111" name="Shape 44">
            <a:extLst>
              <a:ext uri="{FF2B5EF4-FFF2-40B4-BE49-F238E27FC236}">
                <a16:creationId xmlns:a16="http://schemas.microsoft.com/office/drawing/2014/main" id="{1028CDE4-9BB3-7415-B768-77FC703C05C3}"/>
              </a:ext>
            </a:extLst>
          </p:cNvPr>
          <p:cNvSpPr/>
          <p:nvPr/>
        </p:nvSpPr>
        <p:spPr>
          <a:xfrm>
            <a:off x="7669838" y="4425122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6F8F7"/>
          </a:solidFill>
          <a:ln w="6350">
            <a:solidFill>
              <a:srgbClr val="EEF2F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Text 45">
            <a:extLst>
              <a:ext uri="{FF2B5EF4-FFF2-40B4-BE49-F238E27FC236}">
                <a16:creationId xmlns:a16="http://schemas.microsoft.com/office/drawing/2014/main" id="{45C7845A-4098-BDA9-600C-831052857853}"/>
              </a:ext>
            </a:extLst>
          </p:cNvPr>
          <p:cNvSpPr/>
          <p:nvPr/>
        </p:nvSpPr>
        <p:spPr>
          <a:xfrm>
            <a:off x="7678634" y="4452554"/>
            <a:ext cx="270842" cy="148963"/>
          </a:xfrm>
          <a:prstGeom prst="rect">
            <a:avLst/>
          </a:prstGeom>
          <a:solidFill>
            <a:srgbClr val="F6F8F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8DFDD"/>
                </a:solidFill>
              </a:rPr>
              <a:t>5</a:t>
            </a:r>
          </a:p>
        </p:txBody>
      </p:sp>
      <p:sp>
        <p:nvSpPr>
          <p:cNvPr id="115" name="Shape 47">
            <a:extLst>
              <a:ext uri="{FF2B5EF4-FFF2-40B4-BE49-F238E27FC236}">
                <a16:creationId xmlns:a16="http://schemas.microsoft.com/office/drawing/2014/main" id="{3A2E4936-754F-FFD6-4B9E-4DCF08380F38}"/>
              </a:ext>
            </a:extLst>
          </p:cNvPr>
          <p:cNvSpPr/>
          <p:nvPr/>
        </p:nvSpPr>
        <p:spPr>
          <a:xfrm>
            <a:off x="8014813" y="4423618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A6752E"/>
            </a:solidFill>
            <a:prstDash val="sys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Text 48">
            <a:extLst>
              <a:ext uri="{FF2B5EF4-FFF2-40B4-BE49-F238E27FC236}">
                <a16:creationId xmlns:a16="http://schemas.microsoft.com/office/drawing/2014/main" id="{B63034D3-31E6-AD6E-ADA0-B615B8B7C689}"/>
              </a:ext>
            </a:extLst>
          </p:cNvPr>
          <p:cNvSpPr/>
          <p:nvPr/>
        </p:nvSpPr>
        <p:spPr>
          <a:xfrm>
            <a:off x="8033101" y="4447240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/>
              <a:t>6</a:t>
            </a:r>
          </a:p>
        </p:txBody>
      </p:sp>
      <p:sp>
        <p:nvSpPr>
          <p:cNvPr id="119" name="Shape 49">
            <a:extLst>
              <a:ext uri="{FF2B5EF4-FFF2-40B4-BE49-F238E27FC236}">
                <a16:creationId xmlns:a16="http://schemas.microsoft.com/office/drawing/2014/main" id="{2ECE2273-3C62-C54A-1FDC-E57F0D2DA21C}"/>
              </a:ext>
            </a:extLst>
          </p:cNvPr>
          <p:cNvSpPr/>
          <p:nvPr/>
        </p:nvSpPr>
        <p:spPr>
          <a:xfrm>
            <a:off x="8228837" y="4465528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1" name="Shape 50">
            <a:extLst>
              <a:ext uri="{FF2B5EF4-FFF2-40B4-BE49-F238E27FC236}">
                <a16:creationId xmlns:a16="http://schemas.microsoft.com/office/drawing/2014/main" id="{ACCFA642-DEB9-5B05-E83D-FE474FD56BFD}"/>
              </a:ext>
            </a:extLst>
          </p:cNvPr>
          <p:cNvSpPr/>
          <p:nvPr/>
        </p:nvSpPr>
        <p:spPr>
          <a:xfrm>
            <a:off x="8365505" y="4423432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A6752E"/>
            </a:solidFill>
            <a:prstDash val="sys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Text 51">
            <a:extLst>
              <a:ext uri="{FF2B5EF4-FFF2-40B4-BE49-F238E27FC236}">
                <a16:creationId xmlns:a16="http://schemas.microsoft.com/office/drawing/2014/main" id="{663CCC91-A6DE-D498-4253-90B16F872B16}"/>
              </a:ext>
            </a:extLst>
          </p:cNvPr>
          <p:cNvSpPr/>
          <p:nvPr/>
        </p:nvSpPr>
        <p:spPr>
          <a:xfrm>
            <a:off x="8383793" y="4450864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70</a:t>
            </a:r>
            <a:endParaRPr lang="en-US" sz="750" dirty="0"/>
          </a:p>
        </p:txBody>
      </p:sp>
      <p:sp>
        <p:nvSpPr>
          <p:cNvPr id="125" name="Shape 52">
            <a:extLst>
              <a:ext uri="{FF2B5EF4-FFF2-40B4-BE49-F238E27FC236}">
                <a16:creationId xmlns:a16="http://schemas.microsoft.com/office/drawing/2014/main" id="{4DA0D3F6-9022-E6A9-5B61-D21447E7CCAA}"/>
              </a:ext>
            </a:extLst>
          </p:cNvPr>
          <p:cNvSpPr/>
          <p:nvPr/>
        </p:nvSpPr>
        <p:spPr>
          <a:xfrm>
            <a:off x="8586677" y="4469152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7" name="Shape 16">
            <a:extLst>
              <a:ext uri="{FF2B5EF4-FFF2-40B4-BE49-F238E27FC236}">
                <a16:creationId xmlns:a16="http://schemas.microsoft.com/office/drawing/2014/main" id="{16ECAF55-A710-8968-7C55-CBFBA26F5712}"/>
              </a:ext>
            </a:extLst>
          </p:cNvPr>
          <p:cNvSpPr/>
          <p:nvPr/>
        </p:nvSpPr>
        <p:spPr>
          <a:xfrm flipH="1">
            <a:off x="8226501" y="5875391"/>
            <a:ext cx="45719" cy="45719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9" name="Text 17">
            <a:extLst>
              <a:ext uri="{FF2B5EF4-FFF2-40B4-BE49-F238E27FC236}">
                <a16:creationId xmlns:a16="http://schemas.microsoft.com/office/drawing/2014/main" id="{C0205B17-1F69-B968-89D4-5D5F6F235A86}"/>
              </a:ext>
            </a:extLst>
          </p:cNvPr>
          <p:cNvSpPr/>
          <p:nvPr/>
        </p:nvSpPr>
        <p:spPr>
          <a:xfrm>
            <a:off x="8312357" y="5821645"/>
            <a:ext cx="297927" cy="153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b="1" dirty="0">
                <a:solidFill>
                  <a:srgbClr val="D8DFD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正常</a:t>
            </a:r>
            <a:endParaRPr lang="en-US" sz="500" b="1" dirty="0">
              <a:solidFill>
                <a:srgbClr val="D8DFD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1" name="Shape 19">
            <a:extLst>
              <a:ext uri="{FF2B5EF4-FFF2-40B4-BE49-F238E27FC236}">
                <a16:creationId xmlns:a16="http://schemas.microsoft.com/office/drawing/2014/main" id="{4A6D4D9A-C967-4610-97FD-7685BA49F584}"/>
              </a:ext>
            </a:extLst>
          </p:cNvPr>
          <p:cNvSpPr/>
          <p:nvPr/>
        </p:nvSpPr>
        <p:spPr>
          <a:xfrm flipH="1">
            <a:off x="8563207" y="5877270"/>
            <a:ext cx="45719" cy="45719"/>
          </a:xfrm>
          <a:prstGeom prst="ellipse">
            <a:avLst/>
          </a:prstGeom>
          <a:solidFill>
            <a:srgbClr val="A6752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560E51AE-40A6-E810-0778-BEF5D7115788}"/>
              </a:ext>
            </a:extLst>
          </p:cNvPr>
          <p:cNvSpPr/>
          <p:nvPr/>
        </p:nvSpPr>
        <p:spPr>
          <a:xfrm>
            <a:off x="8646271" y="5819639"/>
            <a:ext cx="423847" cy="151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b="1" dirty="0">
                <a:solidFill>
                  <a:srgbClr val="D8DFD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遲到／早退</a:t>
            </a:r>
            <a:endParaRPr lang="en-US" sz="500" b="1" dirty="0">
              <a:solidFill>
                <a:srgbClr val="D8DFD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5" name="Shape 25">
            <a:extLst>
              <a:ext uri="{FF2B5EF4-FFF2-40B4-BE49-F238E27FC236}">
                <a16:creationId xmlns:a16="http://schemas.microsoft.com/office/drawing/2014/main" id="{F642227D-539F-5CA7-BC27-C5C670109992}"/>
              </a:ext>
            </a:extLst>
          </p:cNvPr>
          <p:cNvSpPr/>
          <p:nvPr/>
        </p:nvSpPr>
        <p:spPr>
          <a:xfrm flipH="1">
            <a:off x="9060878" y="5873868"/>
            <a:ext cx="45719" cy="45719"/>
          </a:xfrm>
          <a:prstGeom prst="ellipse">
            <a:avLst/>
          </a:prstGeom>
          <a:solidFill>
            <a:srgbClr val="D8DFD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7" name="Text 26">
            <a:extLst>
              <a:ext uri="{FF2B5EF4-FFF2-40B4-BE49-F238E27FC236}">
                <a16:creationId xmlns:a16="http://schemas.microsoft.com/office/drawing/2014/main" id="{B6B3F8DF-F1A6-30F3-106B-2FEB060C229D}"/>
              </a:ext>
            </a:extLst>
          </p:cNvPr>
          <p:cNvSpPr/>
          <p:nvPr/>
        </p:nvSpPr>
        <p:spPr>
          <a:xfrm>
            <a:off x="9150355" y="5819395"/>
            <a:ext cx="249328" cy="15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b="1" dirty="0" err="1">
                <a:solidFill>
                  <a:srgbClr val="D8DFD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未打卡</a:t>
            </a:r>
            <a:endParaRPr lang="en-US" sz="500" b="1" dirty="0">
              <a:solidFill>
                <a:srgbClr val="D8DFD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9" name="Shape 34">
            <a:extLst>
              <a:ext uri="{FF2B5EF4-FFF2-40B4-BE49-F238E27FC236}">
                <a16:creationId xmlns:a16="http://schemas.microsoft.com/office/drawing/2014/main" id="{AC54835D-6420-EB16-CB21-5A518573B0ED}"/>
              </a:ext>
            </a:extLst>
          </p:cNvPr>
          <p:cNvSpPr/>
          <p:nvPr/>
        </p:nvSpPr>
        <p:spPr>
          <a:xfrm>
            <a:off x="8729509" y="4423432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1" name="Text 35">
            <a:extLst>
              <a:ext uri="{FF2B5EF4-FFF2-40B4-BE49-F238E27FC236}">
                <a16:creationId xmlns:a16="http://schemas.microsoft.com/office/drawing/2014/main" id="{3A0DAEB0-7F47-39BF-4705-0C3C6C2F8CE9}"/>
              </a:ext>
            </a:extLst>
          </p:cNvPr>
          <p:cNvSpPr/>
          <p:nvPr/>
        </p:nvSpPr>
        <p:spPr>
          <a:xfrm>
            <a:off x="8747797" y="4450864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/>
              <a:t>8</a:t>
            </a:r>
          </a:p>
        </p:txBody>
      </p:sp>
      <p:sp>
        <p:nvSpPr>
          <p:cNvPr id="143" name="Shape 36">
            <a:extLst>
              <a:ext uri="{FF2B5EF4-FFF2-40B4-BE49-F238E27FC236}">
                <a16:creationId xmlns:a16="http://schemas.microsoft.com/office/drawing/2014/main" id="{B0350637-781B-25BF-E158-9A990F2C95B1}"/>
              </a:ext>
            </a:extLst>
          </p:cNvPr>
          <p:cNvSpPr/>
          <p:nvPr/>
        </p:nvSpPr>
        <p:spPr>
          <a:xfrm>
            <a:off x="8945918" y="4469152"/>
            <a:ext cx="47397" cy="47397"/>
          </a:xfrm>
          <a:prstGeom prst="ellipse">
            <a:avLst/>
          </a:prstGeom>
          <a:solidFill>
            <a:srgbClr val="F7BC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5" name="Shape 37">
            <a:extLst>
              <a:ext uri="{FF2B5EF4-FFF2-40B4-BE49-F238E27FC236}">
                <a16:creationId xmlns:a16="http://schemas.microsoft.com/office/drawing/2014/main" id="{0E590C55-8C8E-1810-60A2-700B0D30C544}"/>
              </a:ext>
            </a:extLst>
          </p:cNvPr>
          <p:cNvSpPr/>
          <p:nvPr/>
        </p:nvSpPr>
        <p:spPr>
          <a:xfrm>
            <a:off x="9079688" y="4423188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A6752E"/>
            </a:solidFill>
            <a:prstDash val="sys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7" name="Text 38">
            <a:extLst>
              <a:ext uri="{FF2B5EF4-FFF2-40B4-BE49-F238E27FC236}">
                <a16:creationId xmlns:a16="http://schemas.microsoft.com/office/drawing/2014/main" id="{17005241-AAE4-2FF8-5B0A-5C3F8005E780}"/>
              </a:ext>
            </a:extLst>
          </p:cNvPr>
          <p:cNvSpPr/>
          <p:nvPr/>
        </p:nvSpPr>
        <p:spPr>
          <a:xfrm>
            <a:off x="9097976" y="4450620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9</a:t>
            </a:r>
            <a:endParaRPr lang="en-US" sz="750" dirty="0"/>
          </a:p>
        </p:txBody>
      </p:sp>
      <p:sp>
        <p:nvSpPr>
          <p:cNvPr id="149" name="Shape 39">
            <a:extLst>
              <a:ext uri="{FF2B5EF4-FFF2-40B4-BE49-F238E27FC236}">
                <a16:creationId xmlns:a16="http://schemas.microsoft.com/office/drawing/2014/main" id="{072BE0C8-3F96-C4C2-B8FB-91E7E2EB58E0}"/>
              </a:ext>
            </a:extLst>
          </p:cNvPr>
          <p:cNvSpPr/>
          <p:nvPr/>
        </p:nvSpPr>
        <p:spPr>
          <a:xfrm>
            <a:off x="9296097" y="4468908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151" name="Shape 40">
            <a:extLst>
              <a:ext uri="{FF2B5EF4-FFF2-40B4-BE49-F238E27FC236}">
                <a16:creationId xmlns:a16="http://schemas.microsoft.com/office/drawing/2014/main" id="{6611501F-5F74-1306-2090-A04BF023055D}"/>
              </a:ext>
            </a:extLst>
          </p:cNvPr>
          <p:cNvSpPr/>
          <p:nvPr/>
        </p:nvSpPr>
        <p:spPr>
          <a:xfrm>
            <a:off x="9439193" y="4423188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A6752E"/>
            </a:solidFill>
            <a:prstDash val="sys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3" name="Text 41">
            <a:extLst>
              <a:ext uri="{FF2B5EF4-FFF2-40B4-BE49-F238E27FC236}">
                <a16:creationId xmlns:a16="http://schemas.microsoft.com/office/drawing/2014/main" id="{2191EF6A-B3BE-03A0-0376-777EDAAEE720}"/>
              </a:ext>
            </a:extLst>
          </p:cNvPr>
          <p:cNvSpPr/>
          <p:nvPr/>
        </p:nvSpPr>
        <p:spPr>
          <a:xfrm>
            <a:off x="9457481" y="4450620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10</a:t>
            </a:r>
            <a:endParaRPr lang="en-US" sz="750" dirty="0"/>
          </a:p>
        </p:txBody>
      </p:sp>
      <p:sp>
        <p:nvSpPr>
          <p:cNvPr id="155" name="Shape 42">
            <a:extLst>
              <a:ext uri="{FF2B5EF4-FFF2-40B4-BE49-F238E27FC236}">
                <a16:creationId xmlns:a16="http://schemas.microsoft.com/office/drawing/2014/main" id="{5C31D103-5D78-6E04-65A3-BAEF01BE5158}"/>
              </a:ext>
            </a:extLst>
          </p:cNvPr>
          <p:cNvSpPr/>
          <p:nvPr/>
        </p:nvSpPr>
        <p:spPr>
          <a:xfrm>
            <a:off x="9779462" y="4423188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6F8F7"/>
          </a:solidFill>
          <a:ln w="6350">
            <a:solidFill>
              <a:srgbClr val="EEF2F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7" name="Text 43">
            <a:extLst>
              <a:ext uri="{FF2B5EF4-FFF2-40B4-BE49-F238E27FC236}">
                <a16:creationId xmlns:a16="http://schemas.microsoft.com/office/drawing/2014/main" id="{CFBCADEC-4B28-4FB5-80B4-84BE895407FE}"/>
              </a:ext>
            </a:extLst>
          </p:cNvPr>
          <p:cNvSpPr/>
          <p:nvPr/>
        </p:nvSpPr>
        <p:spPr>
          <a:xfrm>
            <a:off x="9797750" y="4450620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8DFDD"/>
                </a:solidFill>
                <a:latin typeface="Space Grotesk" pitchFamily="34" charset="0"/>
                <a:ea typeface="Space Grotesk" pitchFamily="34" charset="-122"/>
              </a:rPr>
              <a:t>11</a:t>
            </a:r>
            <a:endParaRPr lang="en-US" sz="750" dirty="0">
              <a:solidFill>
                <a:srgbClr val="D8DFDD"/>
              </a:solidFill>
            </a:endParaRPr>
          </a:p>
        </p:txBody>
      </p:sp>
      <p:sp>
        <p:nvSpPr>
          <p:cNvPr id="159" name="Shape 44">
            <a:extLst>
              <a:ext uri="{FF2B5EF4-FFF2-40B4-BE49-F238E27FC236}">
                <a16:creationId xmlns:a16="http://schemas.microsoft.com/office/drawing/2014/main" id="{F94EDC97-6262-27C8-895C-B2AE06536C7D}"/>
              </a:ext>
            </a:extLst>
          </p:cNvPr>
          <p:cNvSpPr/>
          <p:nvPr/>
        </p:nvSpPr>
        <p:spPr>
          <a:xfrm>
            <a:off x="7669838" y="4774175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6F8F7"/>
          </a:solidFill>
          <a:ln w="6350">
            <a:solidFill>
              <a:srgbClr val="EEF2F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1" name="Text 45">
            <a:extLst>
              <a:ext uri="{FF2B5EF4-FFF2-40B4-BE49-F238E27FC236}">
                <a16:creationId xmlns:a16="http://schemas.microsoft.com/office/drawing/2014/main" id="{EC94A8BB-0D8F-9FE4-06F1-3B614C1D3203}"/>
              </a:ext>
            </a:extLst>
          </p:cNvPr>
          <p:cNvSpPr/>
          <p:nvPr/>
        </p:nvSpPr>
        <p:spPr>
          <a:xfrm>
            <a:off x="7678634" y="4801607"/>
            <a:ext cx="270842" cy="148963"/>
          </a:xfrm>
          <a:prstGeom prst="rect">
            <a:avLst/>
          </a:prstGeom>
          <a:solidFill>
            <a:srgbClr val="F6F8F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8DFDD"/>
                </a:solidFill>
                <a:latin typeface="Space Grotesk" pitchFamily="34" charset="0"/>
                <a:ea typeface="Space Grotesk" pitchFamily="34" charset="-122"/>
              </a:rPr>
              <a:t>12</a:t>
            </a:r>
            <a:endParaRPr lang="en-US" sz="750" dirty="0">
              <a:solidFill>
                <a:srgbClr val="D8DFDD"/>
              </a:solidFill>
            </a:endParaRPr>
          </a:p>
        </p:txBody>
      </p:sp>
      <p:sp>
        <p:nvSpPr>
          <p:cNvPr id="163" name="Shape 47">
            <a:extLst>
              <a:ext uri="{FF2B5EF4-FFF2-40B4-BE49-F238E27FC236}">
                <a16:creationId xmlns:a16="http://schemas.microsoft.com/office/drawing/2014/main" id="{C240BC45-75C2-AA06-FA1B-4C850C797788}"/>
              </a:ext>
            </a:extLst>
          </p:cNvPr>
          <p:cNvSpPr/>
          <p:nvPr/>
        </p:nvSpPr>
        <p:spPr>
          <a:xfrm>
            <a:off x="8014813" y="4772671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5" name="Text 48">
            <a:extLst>
              <a:ext uri="{FF2B5EF4-FFF2-40B4-BE49-F238E27FC236}">
                <a16:creationId xmlns:a16="http://schemas.microsoft.com/office/drawing/2014/main" id="{C6C89461-50CB-AF26-5825-2121976CEFC2}"/>
              </a:ext>
            </a:extLst>
          </p:cNvPr>
          <p:cNvSpPr/>
          <p:nvPr/>
        </p:nvSpPr>
        <p:spPr>
          <a:xfrm>
            <a:off x="8033101" y="4796293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/>
              <a:t>13</a:t>
            </a:r>
          </a:p>
        </p:txBody>
      </p:sp>
      <p:sp>
        <p:nvSpPr>
          <p:cNvPr id="167" name="Shape 49">
            <a:extLst>
              <a:ext uri="{FF2B5EF4-FFF2-40B4-BE49-F238E27FC236}">
                <a16:creationId xmlns:a16="http://schemas.microsoft.com/office/drawing/2014/main" id="{67043FA2-3E58-3567-3C8A-F5816CBAAC4A}"/>
              </a:ext>
            </a:extLst>
          </p:cNvPr>
          <p:cNvSpPr/>
          <p:nvPr/>
        </p:nvSpPr>
        <p:spPr>
          <a:xfrm>
            <a:off x="8228837" y="4814581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9" name="Shape 50">
            <a:extLst>
              <a:ext uri="{FF2B5EF4-FFF2-40B4-BE49-F238E27FC236}">
                <a16:creationId xmlns:a16="http://schemas.microsoft.com/office/drawing/2014/main" id="{ECF1CCA8-5A45-B793-DE82-B87BE5F8152E}"/>
              </a:ext>
            </a:extLst>
          </p:cNvPr>
          <p:cNvSpPr/>
          <p:nvPr/>
        </p:nvSpPr>
        <p:spPr>
          <a:xfrm>
            <a:off x="8365505" y="4772485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71" name="Text 51">
            <a:extLst>
              <a:ext uri="{FF2B5EF4-FFF2-40B4-BE49-F238E27FC236}">
                <a16:creationId xmlns:a16="http://schemas.microsoft.com/office/drawing/2014/main" id="{B150D994-4E53-9D69-4DB7-A20B42BEEB05}"/>
              </a:ext>
            </a:extLst>
          </p:cNvPr>
          <p:cNvSpPr/>
          <p:nvPr/>
        </p:nvSpPr>
        <p:spPr>
          <a:xfrm>
            <a:off x="8383793" y="4799917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</a:t>
            </a:r>
            <a:endParaRPr lang="en-US" sz="750" dirty="0"/>
          </a:p>
        </p:txBody>
      </p:sp>
      <p:sp>
        <p:nvSpPr>
          <p:cNvPr id="173" name="Shape 52">
            <a:extLst>
              <a:ext uri="{FF2B5EF4-FFF2-40B4-BE49-F238E27FC236}">
                <a16:creationId xmlns:a16="http://schemas.microsoft.com/office/drawing/2014/main" id="{3E9913AC-C1EF-A70A-CBF5-7C06AAA39F14}"/>
              </a:ext>
            </a:extLst>
          </p:cNvPr>
          <p:cNvSpPr/>
          <p:nvPr/>
        </p:nvSpPr>
        <p:spPr>
          <a:xfrm>
            <a:off x="8586677" y="4818205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5" name="Shape 34">
            <a:extLst>
              <a:ext uri="{FF2B5EF4-FFF2-40B4-BE49-F238E27FC236}">
                <a16:creationId xmlns:a16="http://schemas.microsoft.com/office/drawing/2014/main" id="{017AEAF5-83D6-2D37-85B7-029879C5327F}"/>
              </a:ext>
            </a:extLst>
          </p:cNvPr>
          <p:cNvSpPr/>
          <p:nvPr/>
        </p:nvSpPr>
        <p:spPr>
          <a:xfrm>
            <a:off x="8729509" y="4772485"/>
            <a:ext cx="297926" cy="284384"/>
          </a:xfrm>
          <a:prstGeom prst="roundRect">
            <a:avLst>
              <a:gd name="adj" fmla="val 9524"/>
            </a:avLst>
          </a:prstGeom>
          <a:solidFill>
            <a:srgbClr val="EEF2F1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7" name="Text 35">
            <a:extLst>
              <a:ext uri="{FF2B5EF4-FFF2-40B4-BE49-F238E27FC236}">
                <a16:creationId xmlns:a16="http://schemas.microsoft.com/office/drawing/2014/main" id="{7B38166B-521B-CE72-DF1C-9286F290FFA0}"/>
              </a:ext>
            </a:extLst>
          </p:cNvPr>
          <p:cNvSpPr/>
          <p:nvPr/>
        </p:nvSpPr>
        <p:spPr>
          <a:xfrm>
            <a:off x="8747797" y="4799917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/>
              <a:t>15</a:t>
            </a:r>
          </a:p>
        </p:txBody>
      </p:sp>
      <p:sp>
        <p:nvSpPr>
          <p:cNvPr id="179" name="Shape 36">
            <a:extLst>
              <a:ext uri="{FF2B5EF4-FFF2-40B4-BE49-F238E27FC236}">
                <a16:creationId xmlns:a16="http://schemas.microsoft.com/office/drawing/2014/main" id="{5A4BD216-45A3-C052-35AF-F4B5689BD741}"/>
              </a:ext>
            </a:extLst>
          </p:cNvPr>
          <p:cNvSpPr/>
          <p:nvPr/>
        </p:nvSpPr>
        <p:spPr>
          <a:xfrm>
            <a:off x="8945918" y="4818205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1" name="Shape 37">
            <a:extLst>
              <a:ext uri="{FF2B5EF4-FFF2-40B4-BE49-F238E27FC236}">
                <a16:creationId xmlns:a16="http://schemas.microsoft.com/office/drawing/2014/main" id="{E1AC06F6-55FB-26E6-DC41-3BFB7822D0A5}"/>
              </a:ext>
            </a:extLst>
          </p:cNvPr>
          <p:cNvSpPr/>
          <p:nvPr/>
        </p:nvSpPr>
        <p:spPr>
          <a:xfrm>
            <a:off x="9079688" y="4772241"/>
            <a:ext cx="297926" cy="284384"/>
          </a:xfrm>
          <a:prstGeom prst="roundRect">
            <a:avLst>
              <a:gd name="adj" fmla="val 9524"/>
            </a:avLst>
          </a:prstGeom>
          <a:solidFill>
            <a:srgbClr val="EEF2F1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3" name="Text 38">
            <a:extLst>
              <a:ext uri="{FF2B5EF4-FFF2-40B4-BE49-F238E27FC236}">
                <a16:creationId xmlns:a16="http://schemas.microsoft.com/office/drawing/2014/main" id="{EE7EFF9D-7FC5-DB96-53D1-2B38ABBDE8D0}"/>
              </a:ext>
            </a:extLst>
          </p:cNvPr>
          <p:cNvSpPr/>
          <p:nvPr/>
        </p:nvSpPr>
        <p:spPr>
          <a:xfrm>
            <a:off x="9097976" y="4799673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16</a:t>
            </a:r>
            <a:endParaRPr lang="en-US" sz="750" dirty="0"/>
          </a:p>
        </p:txBody>
      </p:sp>
      <p:sp>
        <p:nvSpPr>
          <p:cNvPr id="185" name="Shape 39">
            <a:extLst>
              <a:ext uri="{FF2B5EF4-FFF2-40B4-BE49-F238E27FC236}">
                <a16:creationId xmlns:a16="http://schemas.microsoft.com/office/drawing/2014/main" id="{7700FAFD-B7CD-8648-2F52-C883BE61E3A5}"/>
              </a:ext>
            </a:extLst>
          </p:cNvPr>
          <p:cNvSpPr/>
          <p:nvPr/>
        </p:nvSpPr>
        <p:spPr>
          <a:xfrm>
            <a:off x="9296097" y="4817961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187" name="Shape 40">
            <a:extLst>
              <a:ext uri="{FF2B5EF4-FFF2-40B4-BE49-F238E27FC236}">
                <a16:creationId xmlns:a16="http://schemas.microsoft.com/office/drawing/2014/main" id="{C93DEEAC-3EF2-55BA-2D4C-F0F1CA14CD24}"/>
              </a:ext>
            </a:extLst>
          </p:cNvPr>
          <p:cNvSpPr/>
          <p:nvPr/>
        </p:nvSpPr>
        <p:spPr>
          <a:xfrm>
            <a:off x="9439193" y="4772241"/>
            <a:ext cx="297926" cy="284384"/>
          </a:xfrm>
          <a:prstGeom prst="roundRect">
            <a:avLst>
              <a:gd name="adj" fmla="val 9524"/>
            </a:avLst>
          </a:prstGeom>
          <a:solidFill>
            <a:srgbClr val="EEF2F1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9" name="Text 41">
            <a:extLst>
              <a:ext uri="{FF2B5EF4-FFF2-40B4-BE49-F238E27FC236}">
                <a16:creationId xmlns:a16="http://schemas.microsoft.com/office/drawing/2014/main" id="{4B7A453D-4480-2A74-668E-7F24AD7950EF}"/>
              </a:ext>
            </a:extLst>
          </p:cNvPr>
          <p:cNvSpPr/>
          <p:nvPr/>
        </p:nvSpPr>
        <p:spPr>
          <a:xfrm>
            <a:off x="9457481" y="4799673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17</a:t>
            </a:r>
            <a:endParaRPr lang="en-US" sz="750" dirty="0"/>
          </a:p>
        </p:txBody>
      </p:sp>
      <p:sp>
        <p:nvSpPr>
          <p:cNvPr id="191" name="Shape 42">
            <a:extLst>
              <a:ext uri="{FF2B5EF4-FFF2-40B4-BE49-F238E27FC236}">
                <a16:creationId xmlns:a16="http://schemas.microsoft.com/office/drawing/2014/main" id="{A9C914FF-9A41-A7CA-4105-0D87949DF53D}"/>
              </a:ext>
            </a:extLst>
          </p:cNvPr>
          <p:cNvSpPr/>
          <p:nvPr/>
        </p:nvSpPr>
        <p:spPr>
          <a:xfrm>
            <a:off x="9779462" y="4772241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6F8F7"/>
          </a:solidFill>
          <a:ln w="6350">
            <a:solidFill>
              <a:srgbClr val="EEF2F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3" name="Text 43">
            <a:extLst>
              <a:ext uri="{FF2B5EF4-FFF2-40B4-BE49-F238E27FC236}">
                <a16:creationId xmlns:a16="http://schemas.microsoft.com/office/drawing/2014/main" id="{425115AE-464D-86BB-830F-DB654DDCBFA9}"/>
              </a:ext>
            </a:extLst>
          </p:cNvPr>
          <p:cNvSpPr/>
          <p:nvPr/>
        </p:nvSpPr>
        <p:spPr>
          <a:xfrm>
            <a:off x="9797750" y="4799673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8DFDD"/>
                </a:solidFill>
                <a:latin typeface="Space Grotesk" pitchFamily="34" charset="0"/>
                <a:ea typeface="Space Grotesk" pitchFamily="34" charset="-122"/>
              </a:rPr>
              <a:t>18</a:t>
            </a:r>
            <a:endParaRPr lang="en-US" sz="750" dirty="0">
              <a:solidFill>
                <a:srgbClr val="D8DFDD"/>
              </a:solidFill>
            </a:endParaRPr>
          </a:p>
        </p:txBody>
      </p:sp>
      <p:sp>
        <p:nvSpPr>
          <p:cNvPr id="195" name="Shape 44">
            <a:extLst>
              <a:ext uri="{FF2B5EF4-FFF2-40B4-BE49-F238E27FC236}">
                <a16:creationId xmlns:a16="http://schemas.microsoft.com/office/drawing/2014/main" id="{1CC1501D-3AC9-D600-A472-C18E97963FE8}"/>
              </a:ext>
            </a:extLst>
          </p:cNvPr>
          <p:cNvSpPr/>
          <p:nvPr/>
        </p:nvSpPr>
        <p:spPr>
          <a:xfrm>
            <a:off x="7668270" y="5130964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6F8F7"/>
          </a:solidFill>
          <a:ln w="6350">
            <a:solidFill>
              <a:srgbClr val="EEF2F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7" name="Text 45">
            <a:extLst>
              <a:ext uri="{FF2B5EF4-FFF2-40B4-BE49-F238E27FC236}">
                <a16:creationId xmlns:a16="http://schemas.microsoft.com/office/drawing/2014/main" id="{1E6EEBC1-8B0D-4C99-C0C4-8B61D85EA21B}"/>
              </a:ext>
            </a:extLst>
          </p:cNvPr>
          <p:cNvSpPr/>
          <p:nvPr/>
        </p:nvSpPr>
        <p:spPr>
          <a:xfrm>
            <a:off x="7677066" y="5158396"/>
            <a:ext cx="270842" cy="148963"/>
          </a:xfrm>
          <a:prstGeom prst="rect">
            <a:avLst/>
          </a:prstGeom>
          <a:solidFill>
            <a:srgbClr val="F6F8F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8DFDD"/>
                </a:solidFill>
              </a:rPr>
              <a:t>19</a:t>
            </a:r>
          </a:p>
        </p:txBody>
      </p:sp>
      <p:sp>
        <p:nvSpPr>
          <p:cNvPr id="199" name="Shape 47">
            <a:extLst>
              <a:ext uri="{FF2B5EF4-FFF2-40B4-BE49-F238E27FC236}">
                <a16:creationId xmlns:a16="http://schemas.microsoft.com/office/drawing/2014/main" id="{29BD1C35-84D9-C64D-4D91-133FA65B6C00}"/>
              </a:ext>
            </a:extLst>
          </p:cNvPr>
          <p:cNvSpPr/>
          <p:nvPr/>
        </p:nvSpPr>
        <p:spPr>
          <a:xfrm>
            <a:off x="8013245" y="5129460"/>
            <a:ext cx="297926" cy="284384"/>
          </a:xfrm>
          <a:prstGeom prst="roundRect">
            <a:avLst>
              <a:gd name="adj" fmla="val 9524"/>
            </a:avLst>
          </a:prstGeom>
          <a:solidFill>
            <a:srgbClr val="EEF2F1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1" name="Text 48">
            <a:extLst>
              <a:ext uri="{FF2B5EF4-FFF2-40B4-BE49-F238E27FC236}">
                <a16:creationId xmlns:a16="http://schemas.microsoft.com/office/drawing/2014/main" id="{C7243BA1-ECB9-C73A-0175-ACAB7E4156F8}"/>
              </a:ext>
            </a:extLst>
          </p:cNvPr>
          <p:cNvSpPr/>
          <p:nvPr/>
        </p:nvSpPr>
        <p:spPr>
          <a:xfrm>
            <a:off x="8031533" y="5153082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20</a:t>
            </a:r>
            <a:endParaRPr lang="en-US" sz="750" dirty="0"/>
          </a:p>
        </p:txBody>
      </p:sp>
      <p:sp>
        <p:nvSpPr>
          <p:cNvPr id="203" name="Shape 49">
            <a:extLst>
              <a:ext uri="{FF2B5EF4-FFF2-40B4-BE49-F238E27FC236}">
                <a16:creationId xmlns:a16="http://schemas.microsoft.com/office/drawing/2014/main" id="{3E1AF084-64E4-0E23-ECA6-7DB5023D84C3}"/>
              </a:ext>
            </a:extLst>
          </p:cNvPr>
          <p:cNvSpPr/>
          <p:nvPr/>
        </p:nvSpPr>
        <p:spPr>
          <a:xfrm>
            <a:off x="8227269" y="5171370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5" name="Shape 50">
            <a:extLst>
              <a:ext uri="{FF2B5EF4-FFF2-40B4-BE49-F238E27FC236}">
                <a16:creationId xmlns:a16="http://schemas.microsoft.com/office/drawing/2014/main" id="{33E9CB6F-82A6-FE5E-9C4C-10D3B17BAF5D}"/>
              </a:ext>
            </a:extLst>
          </p:cNvPr>
          <p:cNvSpPr/>
          <p:nvPr/>
        </p:nvSpPr>
        <p:spPr>
          <a:xfrm>
            <a:off x="8363937" y="5129274"/>
            <a:ext cx="297926" cy="284384"/>
          </a:xfrm>
          <a:prstGeom prst="roundRect">
            <a:avLst>
              <a:gd name="adj" fmla="val 9524"/>
            </a:avLst>
          </a:prstGeom>
          <a:solidFill>
            <a:srgbClr val="EEF2F1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7" name="Text 51">
            <a:extLst>
              <a:ext uri="{FF2B5EF4-FFF2-40B4-BE49-F238E27FC236}">
                <a16:creationId xmlns:a16="http://schemas.microsoft.com/office/drawing/2014/main" id="{D757006D-FDFA-A2E5-4839-557EA3400135}"/>
              </a:ext>
            </a:extLst>
          </p:cNvPr>
          <p:cNvSpPr/>
          <p:nvPr/>
        </p:nvSpPr>
        <p:spPr>
          <a:xfrm>
            <a:off x="8382225" y="5156706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21</a:t>
            </a:r>
            <a:endParaRPr lang="en-US" sz="750" dirty="0"/>
          </a:p>
        </p:txBody>
      </p:sp>
      <p:sp>
        <p:nvSpPr>
          <p:cNvPr id="209" name="Shape 52">
            <a:extLst>
              <a:ext uri="{FF2B5EF4-FFF2-40B4-BE49-F238E27FC236}">
                <a16:creationId xmlns:a16="http://schemas.microsoft.com/office/drawing/2014/main" id="{F3F41633-7AA2-BE6A-21CD-1F1D3BB4E7EB}"/>
              </a:ext>
            </a:extLst>
          </p:cNvPr>
          <p:cNvSpPr/>
          <p:nvPr/>
        </p:nvSpPr>
        <p:spPr>
          <a:xfrm>
            <a:off x="8585109" y="5174994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1" name="Shape 34">
            <a:extLst>
              <a:ext uri="{FF2B5EF4-FFF2-40B4-BE49-F238E27FC236}">
                <a16:creationId xmlns:a16="http://schemas.microsoft.com/office/drawing/2014/main" id="{9D4E93BD-19EE-101B-D746-CF6DDA6BA51C}"/>
              </a:ext>
            </a:extLst>
          </p:cNvPr>
          <p:cNvSpPr/>
          <p:nvPr/>
        </p:nvSpPr>
        <p:spPr>
          <a:xfrm>
            <a:off x="8727941" y="5129274"/>
            <a:ext cx="297926" cy="284384"/>
          </a:xfrm>
          <a:prstGeom prst="roundRect">
            <a:avLst>
              <a:gd name="adj" fmla="val 9524"/>
            </a:avLst>
          </a:prstGeom>
          <a:solidFill>
            <a:srgbClr val="EEF2F1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3" name="Text 35">
            <a:extLst>
              <a:ext uri="{FF2B5EF4-FFF2-40B4-BE49-F238E27FC236}">
                <a16:creationId xmlns:a16="http://schemas.microsoft.com/office/drawing/2014/main" id="{01C96A8B-7D0D-44CF-F25A-76E47488998A}"/>
              </a:ext>
            </a:extLst>
          </p:cNvPr>
          <p:cNvSpPr/>
          <p:nvPr/>
        </p:nvSpPr>
        <p:spPr>
          <a:xfrm>
            <a:off x="8746229" y="5156706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/>
              <a:t>22</a:t>
            </a:r>
          </a:p>
        </p:txBody>
      </p:sp>
      <p:sp>
        <p:nvSpPr>
          <p:cNvPr id="215" name="Shape 36">
            <a:extLst>
              <a:ext uri="{FF2B5EF4-FFF2-40B4-BE49-F238E27FC236}">
                <a16:creationId xmlns:a16="http://schemas.microsoft.com/office/drawing/2014/main" id="{46D10907-A0AA-DD2B-9847-22F28A0A9B72}"/>
              </a:ext>
            </a:extLst>
          </p:cNvPr>
          <p:cNvSpPr/>
          <p:nvPr/>
        </p:nvSpPr>
        <p:spPr>
          <a:xfrm>
            <a:off x="8944350" y="5174994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7" name="Shape 37">
            <a:extLst>
              <a:ext uri="{FF2B5EF4-FFF2-40B4-BE49-F238E27FC236}">
                <a16:creationId xmlns:a16="http://schemas.microsoft.com/office/drawing/2014/main" id="{01C1145C-3269-B1C2-00C9-8907D6018F8A}"/>
              </a:ext>
            </a:extLst>
          </p:cNvPr>
          <p:cNvSpPr/>
          <p:nvPr/>
        </p:nvSpPr>
        <p:spPr>
          <a:xfrm>
            <a:off x="9078120" y="5129030"/>
            <a:ext cx="297926" cy="284384"/>
          </a:xfrm>
          <a:prstGeom prst="roundRect">
            <a:avLst>
              <a:gd name="adj" fmla="val 9524"/>
            </a:avLst>
          </a:prstGeom>
          <a:solidFill>
            <a:srgbClr val="EEF2F1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9" name="Text 38">
            <a:extLst>
              <a:ext uri="{FF2B5EF4-FFF2-40B4-BE49-F238E27FC236}">
                <a16:creationId xmlns:a16="http://schemas.microsoft.com/office/drawing/2014/main" id="{F7AF5A11-1773-A283-A131-F9BF05E6E636}"/>
              </a:ext>
            </a:extLst>
          </p:cNvPr>
          <p:cNvSpPr/>
          <p:nvPr/>
        </p:nvSpPr>
        <p:spPr>
          <a:xfrm>
            <a:off x="9096408" y="5156462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23</a:t>
            </a:r>
            <a:endParaRPr lang="en-US" sz="750" dirty="0"/>
          </a:p>
        </p:txBody>
      </p:sp>
      <p:sp>
        <p:nvSpPr>
          <p:cNvPr id="221" name="Shape 39">
            <a:extLst>
              <a:ext uri="{FF2B5EF4-FFF2-40B4-BE49-F238E27FC236}">
                <a16:creationId xmlns:a16="http://schemas.microsoft.com/office/drawing/2014/main" id="{30F1D206-01AE-9B93-209B-D54730C27813}"/>
              </a:ext>
            </a:extLst>
          </p:cNvPr>
          <p:cNvSpPr/>
          <p:nvPr/>
        </p:nvSpPr>
        <p:spPr>
          <a:xfrm>
            <a:off x="9294529" y="5174750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223" name="Shape 40">
            <a:extLst>
              <a:ext uri="{FF2B5EF4-FFF2-40B4-BE49-F238E27FC236}">
                <a16:creationId xmlns:a16="http://schemas.microsoft.com/office/drawing/2014/main" id="{FF9DBC17-542C-AB22-1DEC-AE59B92FBEEE}"/>
              </a:ext>
            </a:extLst>
          </p:cNvPr>
          <p:cNvSpPr/>
          <p:nvPr/>
        </p:nvSpPr>
        <p:spPr>
          <a:xfrm>
            <a:off x="9437625" y="5129030"/>
            <a:ext cx="297926" cy="284384"/>
          </a:xfrm>
          <a:prstGeom prst="roundRect">
            <a:avLst>
              <a:gd name="adj" fmla="val 9524"/>
            </a:avLst>
          </a:prstGeom>
          <a:solidFill>
            <a:srgbClr val="EEF2F1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5" name="Text 41">
            <a:extLst>
              <a:ext uri="{FF2B5EF4-FFF2-40B4-BE49-F238E27FC236}">
                <a16:creationId xmlns:a16="http://schemas.microsoft.com/office/drawing/2014/main" id="{50C962C3-B149-7637-6D0A-4013594799DD}"/>
              </a:ext>
            </a:extLst>
          </p:cNvPr>
          <p:cNvSpPr/>
          <p:nvPr/>
        </p:nvSpPr>
        <p:spPr>
          <a:xfrm>
            <a:off x="9455913" y="5156462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24</a:t>
            </a:r>
            <a:endParaRPr lang="en-US" sz="750" dirty="0"/>
          </a:p>
        </p:txBody>
      </p:sp>
      <p:sp>
        <p:nvSpPr>
          <p:cNvPr id="227" name="Shape 42">
            <a:extLst>
              <a:ext uri="{FF2B5EF4-FFF2-40B4-BE49-F238E27FC236}">
                <a16:creationId xmlns:a16="http://schemas.microsoft.com/office/drawing/2014/main" id="{6CDEF6A2-65B9-A761-27A1-F78B84C010AC}"/>
              </a:ext>
            </a:extLst>
          </p:cNvPr>
          <p:cNvSpPr/>
          <p:nvPr/>
        </p:nvSpPr>
        <p:spPr>
          <a:xfrm>
            <a:off x="9777894" y="5129030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6F8F7"/>
          </a:solidFill>
          <a:ln w="6350">
            <a:solidFill>
              <a:srgbClr val="EEF2F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9" name="Text 43">
            <a:extLst>
              <a:ext uri="{FF2B5EF4-FFF2-40B4-BE49-F238E27FC236}">
                <a16:creationId xmlns:a16="http://schemas.microsoft.com/office/drawing/2014/main" id="{21DA3126-B188-4979-019F-59796C20051B}"/>
              </a:ext>
            </a:extLst>
          </p:cNvPr>
          <p:cNvSpPr/>
          <p:nvPr/>
        </p:nvSpPr>
        <p:spPr>
          <a:xfrm>
            <a:off x="9796182" y="5156462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8DFDD"/>
                </a:solidFill>
                <a:latin typeface="Space Grotesk" pitchFamily="34" charset="0"/>
                <a:ea typeface="Space Grotesk" pitchFamily="34" charset="-122"/>
              </a:rPr>
              <a:t>25</a:t>
            </a:r>
            <a:endParaRPr lang="en-US" sz="750" dirty="0">
              <a:solidFill>
                <a:srgbClr val="D8DFDD"/>
              </a:solidFill>
            </a:endParaRPr>
          </a:p>
        </p:txBody>
      </p:sp>
      <p:sp>
        <p:nvSpPr>
          <p:cNvPr id="231" name="Shape 44">
            <a:extLst>
              <a:ext uri="{FF2B5EF4-FFF2-40B4-BE49-F238E27FC236}">
                <a16:creationId xmlns:a16="http://schemas.microsoft.com/office/drawing/2014/main" id="{07B63F14-E395-2EAD-A43E-3458740573C0}"/>
              </a:ext>
            </a:extLst>
          </p:cNvPr>
          <p:cNvSpPr/>
          <p:nvPr/>
        </p:nvSpPr>
        <p:spPr>
          <a:xfrm>
            <a:off x="7668219" y="5486391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6F8F7"/>
          </a:solidFill>
          <a:ln w="6350">
            <a:solidFill>
              <a:srgbClr val="EEF2F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3" name="Text 45">
            <a:extLst>
              <a:ext uri="{FF2B5EF4-FFF2-40B4-BE49-F238E27FC236}">
                <a16:creationId xmlns:a16="http://schemas.microsoft.com/office/drawing/2014/main" id="{8D92AE3C-4EEF-5678-1E68-8DA040C6FD4B}"/>
              </a:ext>
            </a:extLst>
          </p:cNvPr>
          <p:cNvSpPr/>
          <p:nvPr/>
        </p:nvSpPr>
        <p:spPr>
          <a:xfrm>
            <a:off x="7677015" y="5513823"/>
            <a:ext cx="270842" cy="148963"/>
          </a:xfrm>
          <a:prstGeom prst="rect">
            <a:avLst/>
          </a:prstGeom>
          <a:solidFill>
            <a:srgbClr val="F6F8F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750" dirty="0">
                <a:solidFill>
                  <a:srgbClr val="D8DFDD"/>
                </a:solidFill>
              </a:rPr>
              <a:t>26</a:t>
            </a:r>
            <a:endParaRPr lang="en-US" sz="750" dirty="0">
              <a:solidFill>
                <a:srgbClr val="D8DFDD"/>
              </a:solidFill>
            </a:endParaRPr>
          </a:p>
        </p:txBody>
      </p:sp>
      <p:sp>
        <p:nvSpPr>
          <p:cNvPr id="235" name="Shape 47">
            <a:extLst>
              <a:ext uri="{FF2B5EF4-FFF2-40B4-BE49-F238E27FC236}">
                <a16:creationId xmlns:a16="http://schemas.microsoft.com/office/drawing/2014/main" id="{E3AFE46A-DF59-284A-2BDD-F53901032653}"/>
              </a:ext>
            </a:extLst>
          </p:cNvPr>
          <p:cNvSpPr/>
          <p:nvPr/>
        </p:nvSpPr>
        <p:spPr>
          <a:xfrm>
            <a:off x="8013194" y="5484887"/>
            <a:ext cx="297926" cy="284384"/>
          </a:xfrm>
          <a:prstGeom prst="roundRect">
            <a:avLst>
              <a:gd name="adj" fmla="val 9524"/>
            </a:avLst>
          </a:prstGeom>
          <a:solidFill>
            <a:srgbClr val="EEF2F1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7" name="Text 48">
            <a:extLst>
              <a:ext uri="{FF2B5EF4-FFF2-40B4-BE49-F238E27FC236}">
                <a16:creationId xmlns:a16="http://schemas.microsoft.com/office/drawing/2014/main" id="{045ADCFF-1D59-D460-FD31-F6B40C7DDAF1}"/>
              </a:ext>
            </a:extLst>
          </p:cNvPr>
          <p:cNvSpPr/>
          <p:nvPr/>
        </p:nvSpPr>
        <p:spPr>
          <a:xfrm>
            <a:off x="8031482" y="5508509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2</a:t>
            </a:r>
            <a:r>
              <a:rPr lang="en-US" altLang="zh-TW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7</a:t>
            </a:r>
            <a:endParaRPr lang="en-US" sz="750" dirty="0"/>
          </a:p>
        </p:txBody>
      </p:sp>
      <p:sp>
        <p:nvSpPr>
          <p:cNvPr id="239" name="Shape 49">
            <a:extLst>
              <a:ext uri="{FF2B5EF4-FFF2-40B4-BE49-F238E27FC236}">
                <a16:creationId xmlns:a16="http://schemas.microsoft.com/office/drawing/2014/main" id="{14059188-C8A7-9EF9-495D-F20AD810BE23}"/>
              </a:ext>
            </a:extLst>
          </p:cNvPr>
          <p:cNvSpPr/>
          <p:nvPr/>
        </p:nvSpPr>
        <p:spPr>
          <a:xfrm>
            <a:off x="8227218" y="5526797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1" name="Shape 50">
            <a:extLst>
              <a:ext uri="{FF2B5EF4-FFF2-40B4-BE49-F238E27FC236}">
                <a16:creationId xmlns:a16="http://schemas.microsoft.com/office/drawing/2014/main" id="{1341668A-2BBD-A745-F0E3-09130CD38ABF}"/>
              </a:ext>
            </a:extLst>
          </p:cNvPr>
          <p:cNvSpPr/>
          <p:nvPr/>
        </p:nvSpPr>
        <p:spPr>
          <a:xfrm>
            <a:off x="8363886" y="5484701"/>
            <a:ext cx="297926" cy="284384"/>
          </a:xfrm>
          <a:prstGeom prst="roundRect">
            <a:avLst>
              <a:gd name="adj" fmla="val 9524"/>
            </a:avLst>
          </a:prstGeom>
          <a:solidFill>
            <a:srgbClr val="EEF2F1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3" name="Text 51">
            <a:extLst>
              <a:ext uri="{FF2B5EF4-FFF2-40B4-BE49-F238E27FC236}">
                <a16:creationId xmlns:a16="http://schemas.microsoft.com/office/drawing/2014/main" id="{920C60E4-0A20-6FB4-B833-5EA16623D214}"/>
              </a:ext>
            </a:extLst>
          </p:cNvPr>
          <p:cNvSpPr/>
          <p:nvPr/>
        </p:nvSpPr>
        <p:spPr>
          <a:xfrm>
            <a:off x="8382174" y="5512133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28</a:t>
            </a:r>
            <a:endParaRPr lang="en-US" sz="750" dirty="0"/>
          </a:p>
        </p:txBody>
      </p:sp>
      <p:sp>
        <p:nvSpPr>
          <p:cNvPr id="245" name="Shape 52">
            <a:extLst>
              <a:ext uri="{FF2B5EF4-FFF2-40B4-BE49-F238E27FC236}">
                <a16:creationId xmlns:a16="http://schemas.microsoft.com/office/drawing/2014/main" id="{F701AD40-C99A-BBD6-5DFF-2950FD4AC9C8}"/>
              </a:ext>
            </a:extLst>
          </p:cNvPr>
          <p:cNvSpPr/>
          <p:nvPr/>
        </p:nvSpPr>
        <p:spPr>
          <a:xfrm>
            <a:off x="8585058" y="5530421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7" name="Shape 34">
            <a:extLst>
              <a:ext uri="{FF2B5EF4-FFF2-40B4-BE49-F238E27FC236}">
                <a16:creationId xmlns:a16="http://schemas.microsoft.com/office/drawing/2014/main" id="{C0493CEC-F28C-BEB9-578F-9C0418ABD848}"/>
              </a:ext>
            </a:extLst>
          </p:cNvPr>
          <p:cNvSpPr/>
          <p:nvPr/>
        </p:nvSpPr>
        <p:spPr>
          <a:xfrm>
            <a:off x="8727890" y="5484701"/>
            <a:ext cx="297926" cy="284384"/>
          </a:xfrm>
          <a:prstGeom prst="roundRect">
            <a:avLst>
              <a:gd name="adj" fmla="val 9524"/>
            </a:avLst>
          </a:prstGeom>
          <a:solidFill>
            <a:srgbClr val="EEF2F1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9" name="Text 35">
            <a:extLst>
              <a:ext uri="{FF2B5EF4-FFF2-40B4-BE49-F238E27FC236}">
                <a16:creationId xmlns:a16="http://schemas.microsoft.com/office/drawing/2014/main" id="{7C5831D2-36C9-DCCA-38B7-9A2DAD2949F3}"/>
              </a:ext>
            </a:extLst>
          </p:cNvPr>
          <p:cNvSpPr/>
          <p:nvPr/>
        </p:nvSpPr>
        <p:spPr>
          <a:xfrm>
            <a:off x="8746178" y="5512133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750" dirty="0"/>
              <a:t>29</a:t>
            </a:r>
            <a:endParaRPr lang="en-US" sz="750" dirty="0"/>
          </a:p>
        </p:txBody>
      </p:sp>
      <p:sp>
        <p:nvSpPr>
          <p:cNvPr id="251" name="Shape 36">
            <a:extLst>
              <a:ext uri="{FF2B5EF4-FFF2-40B4-BE49-F238E27FC236}">
                <a16:creationId xmlns:a16="http://schemas.microsoft.com/office/drawing/2014/main" id="{17BD4C1C-BF59-AFD3-0AF3-7929FA4A019C}"/>
              </a:ext>
            </a:extLst>
          </p:cNvPr>
          <p:cNvSpPr/>
          <p:nvPr/>
        </p:nvSpPr>
        <p:spPr>
          <a:xfrm>
            <a:off x="8944299" y="5530421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3" name="Shape 37">
            <a:extLst>
              <a:ext uri="{FF2B5EF4-FFF2-40B4-BE49-F238E27FC236}">
                <a16:creationId xmlns:a16="http://schemas.microsoft.com/office/drawing/2014/main" id="{19BC605D-033A-5386-45E4-FAFD7FAE826A}"/>
              </a:ext>
            </a:extLst>
          </p:cNvPr>
          <p:cNvSpPr/>
          <p:nvPr/>
        </p:nvSpPr>
        <p:spPr>
          <a:xfrm>
            <a:off x="9078069" y="5484457"/>
            <a:ext cx="297926" cy="284384"/>
          </a:xfrm>
          <a:prstGeom prst="roundRect">
            <a:avLst>
              <a:gd name="adj" fmla="val 9524"/>
            </a:avLst>
          </a:prstGeom>
          <a:solidFill>
            <a:srgbClr val="EEF2F1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5" name="Text 38">
            <a:extLst>
              <a:ext uri="{FF2B5EF4-FFF2-40B4-BE49-F238E27FC236}">
                <a16:creationId xmlns:a16="http://schemas.microsoft.com/office/drawing/2014/main" id="{2E1D87D3-449E-A649-E5B4-233EAB52851E}"/>
              </a:ext>
            </a:extLst>
          </p:cNvPr>
          <p:cNvSpPr/>
          <p:nvPr/>
        </p:nvSpPr>
        <p:spPr>
          <a:xfrm>
            <a:off x="9096357" y="5511889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30</a:t>
            </a:r>
            <a:endParaRPr lang="en-US" sz="750" dirty="0"/>
          </a:p>
        </p:txBody>
      </p:sp>
      <p:sp>
        <p:nvSpPr>
          <p:cNvPr id="257" name="Shape 39">
            <a:extLst>
              <a:ext uri="{FF2B5EF4-FFF2-40B4-BE49-F238E27FC236}">
                <a16:creationId xmlns:a16="http://schemas.microsoft.com/office/drawing/2014/main" id="{6DBF04CB-FBAA-0ABC-38F5-1EA2CFD6B484}"/>
              </a:ext>
            </a:extLst>
          </p:cNvPr>
          <p:cNvSpPr/>
          <p:nvPr/>
        </p:nvSpPr>
        <p:spPr>
          <a:xfrm>
            <a:off x="9294478" y="5530177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259" name="Shape 40">
            <a:extLst>
              <a:ext uri="{FF2B5EF4-FFF2-40B4-BE49-F238E27FC236}">
                <a16:creationId xmlns:a16="http://schemas.microsoft.com/office/drawing/2014/main" id="{959C0B95-9B99-016D-FF80-9C25C5CFB819}"/>
              </a:ext>
            </a:extLst>
          </p:cNvPr>
          <p:cNvSpPr/>
          <p:nvPr/>
        </p:nvSpPr>
        <p:spPr>
          <a:xfrm>
            <a:off x="9437574" y="5484457"/>
            <a:ext cx="297926" cy="284384"/>
          </a:xfrm>
          <a:prstGeom prst="roundRect">
            <a:avLst>
              <a:gd name="adj" fmla="val 9524"/>
            </a:avLst>
          </a:prstGeom>
          <a:solidFill>
            <a:srgbClr val="EEF2F1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1" name="Text 41">
            <a:extLst>
              <a:ext uri="{FF2B5EF4-FFF2-40B4-BE49-F238E27FC236}">
                <a16:creationId xmlns:a16="http://schemas.microsoft.com/office/drawing/2014/main" id="{FEEF7684-738E-8A82-B91C-7A6BF4064A49}"/>
              </a:ext>
            </a:extLst>
          </p:cNvPr>
          <p:cNvSpPr/>
          <p:nvPr/>
        </p:nvSpPr>
        <p:spPr>
          <a:xfrm>
            <a:off x="9455862" y="5511889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31</a:t>
            </a:r>
            <a:endParaRPr lang="en-US" sz="750" dirty="0"/>
          </a:p>
        </p:txBody>
      </p:sp>
      <p:sp>
        <p:nvSpPr>
          <p:cNvPr id="263" name="Shape 2">
            <a:extLst>
              <a:ext uri="{FF2B5EF4-FFF2-40B4-BE49-F238E27FC236}">
                <a16:creationId xmlns:a16="http://schemas.microsoft.com/office/drawing/2014/main" id="{5916CC5B-D2F5-026A-08D7-F557DDC8B962}"/>
              </a:ext>
            </a:extLst>
          </p:cNvPr>
          <p:cNvSpPr/>
          <p:nvPr/>
        </p:nvSpPr>
        <p:spPr>
          <a:xfrm>
            <a:off x="663908" y="4260122"/>
            <a:ext cx="6313675" cy="2117843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5" name="Shape 3">
            <a:extLst>
              <a:ext uri="{FF2B5EF4-FFF2-40B4-BE49-F238E27FC236}">
                <a16:creationId xmlns:a16="http://schemas.microsoft.com/office/drawing/2014/main" id="{40A8E8DD-8984-2395-7F20-9EE06D5F5394}"/>
              </a:ext>
            </a:extLst>
          </p:cNvPr>
          <p:cNvSpPr/>
          <p:nvPr/>
        </p:nvSpPr>
        <p:spPr>
          <a:xfrm>
            <a:off x="663909" y="4260122"/>
            <a:ext cx="61590" cy="2117843"/>
          </a:xfrm>
          <a:prstGeom prst="rect">
            <a:avLst/>
          </a:prstGeom>
          <a:solidFill>
            <a:srgbClr val="A6752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7" name="Text 4">
            <a:extLst>
              <a:ext uri="{FF2B5EF4-FFF2-40B4-BE49-F238E27FC236}">
                <a16:creationId xmlns:a16="http://schemas.microsoft.com/office/drawing/2014/main" id="{AFBF8F98-AF26-A158-273B-9E9A5217A7D4}"/>
              </a:ext>
            </a:extLst>
          </p:cNvPr>
          <p:cNvSpPr/>
          <p:nvPr/>
        </p:nvSpPr>
        <p:spPr>
          <a:xfrm>
            <a:off x="938229" y="446129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 月 8 日（</a:t>
            </a:r>
            <a:r>
              <a:rPr lang="zh-TW" altLang="en-US" sz="1600" b="1" dirty="0">
                <a:solidFill>
                  <a:srgbClr val="0D1B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三</a:t>
            </a:r>
            <a:r>
              <a:rPr lang="en-US" sz="1600" b="1" dirty="0">
                <a:solidFill>
                  <a:srgbClr val="0D1B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）</a:t>
            </a:r>
            <a:endParaRPr lang="en-US" sz="1600" dirty="0"/>
          </a:p>
        </p:txBody>
      </p:sp>
      <p:sp>
        <p:nvSpPr>
          <p:cNvPr id="269" name="Shape 5">
            <a:extLst>
              <a:ext uri="{FF2B5EF4-FFF2-40B4-BE49-F238E27FC236}">
                <a16:creationId xmlns:a16="http://schemas.microsoft.com/office/drawing/2014/main" id="{826E74A0-5ABD-098F-26A8-BA989EE072D4}"/>
              </a:ext>
            </a:extLst>
          </p:cNvPr>
          <p:cNvSpPr/>
          <p:nvPr/>
        </p:nvSpPr>
        <p:spPr>
          <a:xfrm>
            <a:off x="5783909" y="4479578"/>
            <a:ext cx="820298" cy="365760"/>
          </a:xfrm>
          <a:prstGeom prst="roundRect">
            <a:avLst>
              <a:gd name="adj" fmla="val 50000"/>
            </a:avLst>
          </a:prstGeom>
          <a:solidFill>
            <a:srgbClr val="FBF2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1" name="Text 6">
            <a:extLst>
              <a:ext uri="{FF2B5EF4-FFF2-40B4-BE49-F238E27FC236}">
                <a16:creationId xmlns:a16="http://schemas.microsoft.com/office/drawing/2014/main" id="{21728023-DB25-4388-3DA6-B6E0491C9A6E}"/>
              </a:ext>
            </a:extLst>
          </p:cNvPr>
          <p:cNvSpPr/>
          <p:nvPr/>
        </p:nvSpPr>
        <p:spPr>
          <a:xfrm>
            <a:off x="5611824" y="447957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67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遲到 15 分</a:t>
            </a:r>
            <a:endParaRPr lang="en-US" sz="950" dirty="0"/>
          </a:p>
        </p:txBody>
      </p:sp>
      <p:sp>
        <p:nvSpPr>
          <p:cNvPr id="273" name="Text 7">
            <a:extLst>
              <a:ext uri="{FF2B5EF4-FFF2-40B4-BE49-F238E27FC236}">
                <a16:creationId xmlns:a16="http://schemas.microsoft.com/office/drawing/2014/main" id="{62FA0E38-7D40-1581-7D96-3912441E0A06}"/>
              </a:ext>
            </a:extLst>
          </p:cNvPr>
          <p:cNvSpPr/>
          <p:nvPr/>
        </p:nvSpPr>
        <p:spPr>
          <a:xfrm>
            <a:off x="938229" y="5063489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上班</a:t>
            </a:r>
            <a:endParaRPr lang="en-US" sz="1000" dirty="0"/>
          </a:p>
        </p:txBody>
      </p:sp>
      <p:sp>
        <p:nvSpPr>
          <p:cNvPr id="275" name="Text 8">
            <a:extLst>
              <a:ext uri="{FF2B5EF4-FFF2-40B4-BE49-F238E27FC236}">
                <a16:creationId xmlns:a16="http://schemas.microsoft.com/office/drawing/2014/main" id="{82657D0B-883D-988A-060C-70D4A49103FC}"/>
              </a:ext>
            </a:extLst>
          </p:cNvPr>
          <p:cNvSpPr/>
          <p:nvPr/>
        </p:nvSpPr>
        <p:spPr>
          <a:xfrm>
            <a:off x="938229" y="5337809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09:15</a:t>
            </a:r>
            <a:endParaRPr lang="en-US" sz="1450" dirty="0"/>
          </a:p>
        </p:txBody>
      </p:sp>
      <p:sp>
        <p:nvSpPr>
          <p:cNvPr id="277" name="Text 9">
            <a:extLst>
              <a:ext uri="{FF2B5EF4-FFF2-40B4-BE49-F238E27FC236}">
                <a16:creationId xmlns:a16="http://schemas.microsoft.com/office/drawing/2014/main" id="{C2DC1FBD-C5C0-12F6-2811-79C07755771D}"/>
              </a:ext>
            </a:extLst>
          </p:cNvPr>
          <p:cNvSpPr/>
          <p:nvPr/>
        </p:nvSpPr>
        <p:spPr>
          <a:xfrm>
            <a:off x="2538429" y="5063489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下班</a:t>
            </a:r>
            <a:endParaRPr lang="en-US" sz="1000" dirty="0"/>
          </a:p>
        </p:txBody>
      </p:sp>
      <p:sp>
        <p:nvSpPr>
          <p:cNvPr id="279" name="Text 10">
            <a:extLst>
              <a:ext uri="{FF2B5EF4-FFF2-40B4-BE49-F238E27FC236}">
                <a16:creationId xmlns:a16="http://schemas.microsoft.com/office/drawing/2014/main" id="{BA1A0811-E572-E4DC-6F16-F798E53B4EE0}"/>
              </a:ext>
            </a:extLst>
          </p:cNvPr>
          <p:cNvSpPr/>
          <p:nvPr/>
        </p:nvSpPr>
        <p:spPr>
          <a:xfrm>
            <a:off x="2538429" y="5337809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18:02</a:t>
            </a:r>
            <a:endParaRPr lang="en-US" sz="1450" dirty="0"/>
          </a:p>
        </p:txBody>
      </p:sp>
      <p:sp>
        <p:nvSpPr>
          <p:cNvPr id="281" name="Text 11">
            <a:extLst>
              <a:ext uri="{FF2B5EF4-FFF2-40B4-BE49-F238E27FC236}">
                <a16:creationId xmlns:a16="http://schemas.microsoft.com/office/drawing/2014/main" id="{6324A9DA-C309-172F-DE6A-A140A9047A4B}"/>
              </a:ext>
            </a:extLst>
          </p:cNvPr>
          <p:cNvSpPr/>
          <p:nvPr/>
        </p:nvSpPr>
        <p:spPr>
          <a:xfrm>
            <a:off x="4138629" y="5063489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工作時數</a:t>
            </a:r>
            <a:endParaRPr lang="en-US" sz="1000" dirty="0"/>
          </a:p>
        </p:txBody>
      </p:sp>
      <p:sp>
        <p:nvSpPr>
          <p:cNvPr id="283" name="Text 12">
            <a:extLst>
              <a:ext uri="{FF2B5EF4-FFF2-40B4-BE49-F238E27FC236}">
                <a16:creationId xmlns:a16="http://schemas.microsoft.com/office/drawing/2014/main" id="{B25A61D0-7620-FEEA-CA7A-1E72B12D1744}"/>
              </a:ext>
            </a:extLst>
          </p:cNvPr>
          <p:cNvSpPr/>
          <p:nvPr/>
        </p:nvSpPr>
        <p:spPr>
          <a:xfrm>
            <a:off x="4138629" y="5337809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 小時 12 分</a:t>
            </a:r>
            <a:endParaRPr lang="en-US" sz="1450" dirty="0"/>
          </a:p>
        </p:txBody>
      </p:sp>
      <p:sp>
        <p:nvSpPr>
          <p:cNvPr id="285" name="Shape 13">
            <a:extLst>
              <a:ext uri="{FF2B5EF4-FFF2-40B4-BE49-F238E27FC236}">
                <a16:creationId xmlns:a16="http://schemas.microsoft.com/office/drawing/2014/main" id="{668DCABB-F52B-5BD2-C494-DAA683BF7B7E}"/>
              </a:ext>
            </a:extLst>
          </p:cNvPr>
          <p:cNvSpPr/>
          <p:nvPr/>
        </p:nvSpPr>
        <p:spPr>
          <a:xfrm flipV="1">
            <a:off x="938228" y="5790862"/>
            <a:ext cx="5879641" cy="15759"/>
          </a:xfrm>
          <a:prstGeom prst="line">
            <a:avLst/>
          </a:prstGeom>
          <a:noFill/>
          <a:ln w="12700">
            <a:solidFill>
              <a:srgbClr val="D8DFDD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7" name="Text 14">
            <a:extLst>
              <a:ext uri="{FF2B5EF4-FFF2-40B4-BE49-F238E27FC236}">
                <a16:creationId xmlns:a16="http://schemas.microsoft.com/office/drawing/2014/main" id="{70787828-CD52-AFDB-9C32-371DB2C00A4E}"/>
              </a:ext>
            </a:extLst>
          </p:cNvPr>
          <p:cNvSpPr/>
          <p:nvPr/>
        </p:nvSpPr>
        <p:spPr>
          <a:xfrm>
            <a:off x="938229" y="592549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75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這天遲到 15 分鐘，已記錄於本月異常統計中</a:t>
            </a:r>
            <a:endParaRPr lang="en-US" sz="1000" dirty="0"/>
          </a:p>
        </p:txBody>
      </p:sp>
      <p:sp>
        <p:nvSpPr>
          <p:cNvPr id="293" name="Shape 4">
            <a:extLst>
              <a:ext uri="{FF2B5EF4-FFF2-40B4-BE49-F238E27FC236}">
                <a16:creationId xmlns:a16="http://schemas.microsoft.com/office/drawing/2014/main" id="{5A5ACF32-998D-9099-F389-1A71C40062BB}"/>
              </a:ext>
            </a:extLst>
          </p:cNvPr>
          <p:cNvSpPr/>
          <p:nvPr/>
        </p:nvSpPr>
        <p:spPr>
          <a:xfrm>
            <a:off x="847456" y="2136144"/>
            <a:ext cx="201168" cy="201168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5" name="Shape 4">
            <a:extLst>
              <a:ext uri="{FF2B5EF4-FFF2-40B4-BE49-F238E27FC236}">
                <a16:creationId xmlns:a16="http://schemas.microsoft.com/office/drawing/2014/main" id="{FBC71C88-AC66-58EA-3912-21C88629784D}"/>
              </a:ext>
            </a:extLst>
          </p:cNvPr>
          <p:cNvSpPr/>
          <p:nvPr/>
        </p:nvSpPr>
        <p:spPr>
          <a:xfrm>
            <a:off x="844115" y="2905434"/>
            <a:ext cx="201168" cy="201168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7" name="Shape 4">
            <a:extLst>
              <a:ext uri="{FF2B5EF4-FFF2-40B4-BE49-F238E27FC236}">
                <a16:creationId xmlns:a16="http://schemas.microsoft.com/office/drawing/2014/main" id="{D9194BB2-7B91-EDF2-6513-D054A7A1AA42}"/>
              </a:ext>
            </a:extLst>
          </p:cNvPr>
          <p:cNvSpPr/>
          <p:nvPr/>
        </p:nvSpPr>
        <p:spPr>
          <a:xfrm>
            <a:off x="844115" y="3692220"/>
            <a:ext cx="201168" cy="201168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1078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705E84F-5AB8-FEB0-50C5-24DDF96D83A8}"/>
              </a:ext>
            </a:extLst>
          </p:cNvPr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300" b="1" kern="0" spc="200" dirty="0">
                <a:solidFill>
                  <a:srgbClr val="146C64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REMINDERS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58AF5B7-E730-7DBA-3749-90499F620050}"/>
              </a:ext>
            </a:extLst>
          </p:cNvPr>
          <p:cNvSpPr/>
          <p:nvPr/>
        </p:nvSpPr>
        <p:spPr>
          <a:xfrm>
            <a:off x="82296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3000" b="1" dirty="0" err="1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打卡提醒通知</a:t>
            </a:r>
            <a:endParaRPr lang="en-US" sz="3000" b="1" dirty="0">
              <a:solidFill>
                <a:srgbClr val="1F29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0F1CC5D-3391-31F3-15B2-AAD365516828}"/>
              </a:ext>
            </a:extLst>
          </p:cNvPr>
          <p:cNvSpPr/>
          <p:nvPr/>
        </p:nvSpPr>
        <p:spPr>
          <a:xfrm>
            <a:off x="822960" y="1371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系統會主動透過</a:t>
            </a:r>
            <a:r>
              <a:rPr lang="en-US" sz="1250" dirty="0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 LINE </a:t>
            </a:r>
            <a:r>
              <a:rPr lang="en-US" sz="1250" dirty="0" err="1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推播</a:t>
            </a:r>
            <a:r>
              <a:rPr lang="zh-TW" altLang="en-US" sz="1250" dirty="0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打卡</a:t>
            </a:r>
            <a:r>
              <a:rPr lang="en-US" sz="1250" dirty="0" err="1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提醒（不含例假日</a:t>
            </a:r>
            <a:r>
              <a:rPr lang="en-US" sz="1250" dirty="0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）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19ED2F43-5CFF-8D02-CD94-6D2BE87A3E92}"/>
              </a:ext>
            </a:extLst>
          </p:cNvPr>
          <p:cNvSpPr/>
          <p:nvPr/>
        </p:nvSpPr>
        <p:spPr>
          <a:xfrm>
            <a:off x="822960" y="2193174"/>
            <a:ext cx="33101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174839EB-47F5-F5AD-BBB5-7EC854C52B09}"/>
              </a:ext>
            </a:extLst>
          </p:cNvPr>
          <p:cNvSpPr/>
          <p:nvPr/>
        </p:nvSpPr>
        <p:spPr>
          <a:xfrm>
            <a:off x="822960" y="2193174"/>
            <a:ext cx="54864" cy="1371600"/>
          </a:xfrm>
          <a:prstGeom prst="rect">
            <a:avLst/>
          </a:prstGeom>
          <a:solidFill>
            <a:srgbClr val="A6752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5844DCCD-A774-2E62-AE73-3A8FAA9CE7AE}"/>
              </a:ext>
            </a:extLst>
          </p:cNvPr>
          <p:cNvSpPr/>
          <p:nvPr/>
        </p:nvSpPr>
        <p:spPr>
          <a:xfrm>
            <a:off x="1078992" y="241263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上班前提醒</a:t>
            </a:r>
            <a:endParaRPr lang="en-US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B5C1A10B-C6B9-9D1C-3A58-8A1B0F4BE0F7}"/>
              </a:ext>
            </a:extLst>
          </p:cNvPr>
          <p:cNvSpPr/>
          <p:nvPr/>
        </p:nvSpPr>
        <p:spPr>
          <a:xfrm>
            <a:off x="1078992" y="2851542"/>
            <a:ext cx="2852928" cy="47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80" dirty="0" err="1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標準上班時間前尚未打</a:t>
            </a:r>
            <a:r>
              <a:rPr lang="zh-TW" altLang="en-US" sz="1080" dirty="0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上班</a:t>
            </a:r>
            <a:r>
              <a:rPr lang="en-US" sz="1080" dirty="0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卡</a:t>
            </a:r>
            <a:r>
              <a:rPr lang="zh-TW" altLang="en-US" sz="1080" dirty="0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，會</a:t>
            </a:r>
            <a:r>
              <a:rPr lang="en-US" sz="1080" dirty="0" err="1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推播</a:t>
            </a:r>
            <a:r>
              <a:rPr lang="zh-TW" altLang="en-US" sz="1080" dirty="0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提醒</a:t>
            </a:r>
            <a:endParaRPr lang="en-US" sz="108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7FF69684-2529-6719-EA8C-AAE65F8FF12A}"/>
              </a:ext>
            </a:extLst>
          </p:cNvPr>
          <p:cNvSpPr/>
          <p:nvPr/>
        </p:nvSpPr>
        <p:spPr>
          <a:xfrm>
            <a:off x="4425696" y="2193174"/>
            <a:ext cx="33101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AD518204-2B7C-EFCA-E7FF-4FB304AC866B}"/>
              </a:ext>
            </a:extLst>
          </p:cNvPr>
          <p:cNvSpPr/>
          <p:nvPr/>
        </p:nvSpPr>
        <p:spPr>
          <a:xfrm>
            <a:off x="4425696" y="2193174"/>
            <a:ext cx="54864" cy="1371600"/>
          </a:xfrm>
          <a:prstGeom prst="rect">
            <a:avLst/>
          </a:prstGeom>
          <a:solidFill>
            <a:srgbClr val="A6752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5E7ABAE4-528B-443A-4C28-0B356AD0DC33}"/>
              </a:ext>
            </a:extLst>
          </p:cNvPr>
          <p:cNvSpPr/>
          <p:nvPr/>
        </p:nvSpPr>
        <p:spPr>
          <a:xfrm>
            <a:off x="4681728" y="241263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下班後提醒</a:t>
            </a:r>
            <a:endParaRPr lang="en-US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2E93FA0-AD8C-5A7F-9A99-531334540B68}"/>
              </a:ext>
            </a:extLst>
          </p:cNvPr>
          <p:cNvSpPr/>
          <p:nvPr/>
        </p:nvSpPr>
        <p:spPr>
          <a:xfrm>
            <a:off x="4681728" y="2851542"/>
            <a:ext cx="2852928" cy="47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TW" sz="1080" dirty="0" err="1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標準</a:t>
            </a:r>
            <a:r>
              <a:rPr lang="zh-TW" altLang="en-US" sz="1080" dirty="0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下班</a:t>
            </a:r>
            <a:r>
              <a:rPr lang="en-US" altLang="zh-TW" sz="1080" dirty="0" err="1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時間</a:t>
            </a:r>
            <a:r>
              <a:rPr lang="zh-TW" altLang="en-US" sz="1080" dirty="0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過後</a:t>
            </a:r>
            <a:r>
              <a:rPr lang="en-US" altLang="zh-TW" sz="1080" dirty="0" err="1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尚未打</a:t>
            </a:r>
            <a:r>
              <a:rPr lang="zh-TW" altLang="en-US" sz="1080" dirty="0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下班</a:t>
            </a:r>
            <a:r>
              <a:rPr lang="en-US" altLang="zh-TW" sz="1080" dirty="0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卡</a:t>
            </a:r>
            <a:r>
              <a:rPr lang="zh-TW" altLang="en-US" sz="1080" dirty="0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，會</a:t>
            </a:r>
            <a:r>
              <a:rPr lang="en-US" altLang="zh-TW" sz="1080" dirty="0" err="1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推播</a:t>
            </a:r>
            <a:r>
              <a:rPr lang="zh-TW" altLang="en-US" sz="1080" dirty="0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提醒</a:t>
            </a:r>
            <a:endParaRPr lang="en-US" altLang="zh-TW" sz="108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1E5162EE-8A66-CE2A-3AC9-714221AE76B2}"/>
              </a:ext>
            </a:extLst>
          </p:cNvPr>
          <p:cNvSpPr/>
          <p:nvPr/>
        </p:nvSpPr>
        <p:spPr>
          <a:xfrm>
            <a:off x="8028432" y="2193174"/>
            <a:ext cx="33101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BCD55B3C-4C9E-F6F6-DC6C-657A12F40E46}"/>
              </a:ext>
            </a:extLst>
          </p:cNvPr>
          <p:cNvSpPr/>
          <p:nvPr/>
        </p:nvSpPr>
        <p:spPr>
          <a:xfrm>
            <a:off x="8028432" y="2193174"/>
            <a:ext cx="54864" cy="1371600"/>
          </a:xfrm>
          <a:prstGeom prst="rect">
            <a:avLst/>
          </a:prstGeom>
          <a:solidFill>
            <a:srgbClr val="A6752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D54638ED-15F8-0AC5-3FFA-318D6A680E83}"/>
              </a:ext>
            </a:extLst>
          </p:cNvPr>
          <p:cNvSpPr/>
          <p:nvPr/>
        </p:nvSpPr>
        <p:spPr>
          <a:xfrm>
            <a:off x="8284464" y="241263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整日未打卡提醒</a:t>
            </a:r>
            <a:endParaRPr lang="en-US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EDE837C3-267C-6CDF-513E-1324C204B652}"/>
              </a:ext>
            </a:extLst>
          </p:cNvPr>
          <p:cNvSpPr/>
          <p:nvPr/>
        </p:nvSpPr>
        <p:spPr>
          <a:xfrm>
            <a:off x="8284464" y="2851542"/>
            <a:ext cx="2940820" cy="47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下班時間後仍完全沒有打卡紀錄，主動提醒補登</a:t>
            </a:r>
            <a:endParaRPr lang="en-US" sz="108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5DF41FA1-1B10-FC70-F92B-242EA90C02E9}"/>
              </a:ext>
            </a:extLst>
          </p:cNvPr>
          <p:cNvSpPr/>
          <p:nvPr/>
        </p:nvSpPr>
        <p:spPr>
          <a:xfrm>
            <a:off x="822960" y="4143894"/>
            <a:ext cx="33101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DFDD"/>
            </a:solidFill>
            <a:prstDash val="solid"/>
          </a:ln>
          <a:effectLst>
            <a:outerShdw blurRad="101600" dist="38100" dir="5400000" algn="bl" rotWithShape="0">
              <a:srgbClr val="0D1B26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2F299526-1574-211F-F0A0-011350B4F7FD}"/>
              </a:ext>
            </a:extLst>
          </p:cNvPr>
          <p:cNvSpPr/>
          <p:nvPr/>
        </p:nvSpPr>
        <p:spPr>
          <a:xfrm>
            <a:off x="822960" y="4143894"/>
            <a:ext cx="3310128" cy="548640"/>
          </a:xfrm>
          <a:prstGeom prst="roundRect">
            <a:avLst>
              <a:gd name="adj" fmla="val 16667"/>
            </a:avLst>
          </a:prstGeom>
          <a:solidFill>
            <a:srgbClr val="14293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99ECA180-E5BA-A5F1-7683-A690E1D36D85}"/>
              </a:ext>
            </a:extLst>
          </p:cNvPr>
          <p:cNvSpPr/>
          <p:nvPr/>
        </p:nvSpPr>
        <p:spPr>
          <a:xfrm>
            <a:off x="822960" y="4418214"/>
            <a:ext cx="3310128" cy="274320"/>
          </a:xfrm>
          <a:prstGeom prst="rect">
            <a:avLst/>
          </a:prstGeom>
          <a:solidFill>
            <a:srgbClr val="14293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425908D0-51A6-B416-7CCC-C837CC446C5E}"/>
              </a:ext>
            </a:extLst>
          </p:cNvPr>
          <p:cNvSpPr/>
          <p:nvPr/>
        </p:nvSpPr>
        <p:spPr>
          <a:xfrm>
            <a:off x="1024128" y="4235334"/>
            <a:ext cx="3073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C2C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打卡提醒</a:t>
            </a:r>
            <a:endParaRPr lang="en-US" sz="8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77F61A84-027C-ED96-D738-5470E82457F0}"/>
              </a:ext>
            </a:extLst>
          </p:cNvPr>
          <p:cNvSpPr/>
          <p:nvPr/>
        </p:nvSpPr>
        <p:spPr>
          <a:xfrm>
            <a:off x="1024128" y="4418214"/>
            <a:ext cx="3073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2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威志雲端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6C1FA6E2-9ADB-FE2C-948A-0A29EE7DA491}"/>
              </a:ext>
            </a:extLst>
          </p:cNvPr>
          <p:cNvSpPr/>
          <p:nvPr/>
        </p:nvSpPr>
        <p:spPr>
          <a:xfrm>
            <a:off x="1024128" y="4783974"/>
            <a:ext cx="30500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050" dirty="0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快到上班時間囉，記得打卡喔！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C98E90BB-3FBD-DD01-49DB-5BDA7CFBADAA}"/>
              </a:ext>
            </a:extLst>
          </p:cNvPr>
          <p:cNvSpPr/>
          <p:nvPr/>
        </p:nvSpPr>
        <p:spPr>
          <a:xfrm>
            <a:off x="949064" y="5168022"/>
            <a:ext cx="3050047" cy="329184"/>
          </a:xfrm>
          <a:prstGeom prst="roundRect">
            <a:avLst>
              <a:gd name="adj" fmla="val 22222"/>
            </a:avLst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78F14AE8-3089-DE65-EFC2-FF54B72110BB}"/>
              </a:ext>
            </a:extLst>
          </p:cNvPr>
          <p:cNvSpPr/>
          <p:nvPr/>
        </p:nvSpPr>
        <p:spPr>
          <a:xfrm>
            <a:off x="1024128" y="5168022"/>
            <a:ext cx="30500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上班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Shape 15">
            <a:extLst>
              <a:ext uri="{FF2B5EF4-FFF2-40B4-BE49-F238E27FC236}">
                <a16:creationId xmlns:a16="http://schemas.microsoft.com/office/drawing/2014/main" id="{A6D73D68-A263-7AF2-09AE-74007A6594FD}"/>
              </a:ext>
            </a:extLst>
          </p:cNvPr>
          <p:cNvSpPr/>
          <p:nvPr/>
        </p:nvSpPr>
        <p:spPr>
          <a:xfrm>
            <a:off x="4425696" y="4143894"/>
            <a:ext cx="33101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DFDD"/>
            </a:solidFill>
            <a:prstDash val="solid"/>
          </a:ln>
          <a:effectLst>
            <a:outerShdw blurRad="101600" dist="38100" dir="5400000" algn="bl" rotWithShape="0">
              <a:srgbClr val="0D1B26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3" name="Shape 16">
            <a:extLst>
              <a:ext uri="{FF2B5EF4-FFF2-40B4-BE49-F238E27FC236}">
                <a16:creationId xmlns:a16="http://schemas.microsoft.com/office/drawing/2014/main" id="{D3D16891-F774-46FC-83D6-FF3BCDF10ED9}"/>
              </a:ext>
            </a:extLst>
          </p:cNvPr>
          <p:cNvSpPr/>
          <p:nvPr/>
        </p:nvSpPr>
        <p:spPr>
          <a:xfrm>
            <a:off x="4425696" y="4143894"/>
            <a:ext cx="3310128" cy="548640"/>
          </a:xfrm>
          <a:prstGeom prst="roundRect">
            <a:avLst>
              <a:gd name="adj" fmla="val 16667"/>
            </a:avLst>
          </a:prstGeom>
          <a:solidFill>
            <a:srgbClr val="14293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17">
            <a:extLst>
              <a:ext uri="{FF2B5EF4-FFF2-40B4-BE49-F238E27FC236}">
                <a16:creationId xmlns:a16="http://schemas.microsoft.com/office/drawing/2014/main" id="{BEA88104-0A9C-8681-6382-D391636BE6A2}"/>
              </a:ext>
            </a:extLst>
          </p:cNvPr>
          <p:cNvSpPr/>
          <p:nvPr/>
        </p:nvSpPr>
        <p:spPr>
          <a:xfrm>
            <a:off x="4425696" y="4418214"/>
            <a:ext cx="3310128" cy="274320"/>
          </a:xfrm>
          <a:prstGeom prst="rect">
            <a:avLst/>
          </a:prstGeom>
          <a:solidFill>
            <a:srgbClr val="14293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7C231AB5-6708-D5E0-28C3-32CAC513AA57}"/>
              </a:ext>
            </a:extLst>
          </p:cNvPr>
          <p:cNvSpPr/>
          <p:nvPr/>
        </p:nvSpPr>
        <p:spPr>
          <a:xfrm>
            <a:off x="4626864" y="4235334"/>
            <a:ext cx="3073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C2C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打卡提醒</a:t>
            </a:r>
            <a:endParaRPr lang="en-US" sz="8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Text 19">
            <a:extLst>
              <a:ext uri="{FF2B5EF4-FFF2-40B4-BE49-F238E27FC236}">
                <a16:creationId xmlns:a16="http://schemas.microsoft.com/office/drawing/2014/main" id="{4AFF5C33-6BF9-D74C-16E5-3B37F2BE43B5}"/>
              </a:ext>
            </a:extLst>
          </p:cNvPr>
          <p:cNvSpPr/>
          <p:nvPr/>
        </p:nvSpPr>
        <p:spPr>
          <a:xfrm>
            <a:off x="4626864" y="4418214"/>
            <a:ext cx="3073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2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威志雲端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Text 20">
            <a:extLst>
              <a:ext uri="{FF2B5EF4-FFF2-40B4-BE49-F238E27FC236}">
                <a16:creationId xmlns:a16="http://schemas.microsoft.com/office/drawing/2014/main" id="{A081FBBE-95D2-2DB1-F764-5E147B982594}"/>
              </a:ext>
            </a:extLst>
          </p:cNvPr>
          <p:cNvSpPr/>
          <p:nvPr/>
        </p:nvSpPr>
        <p:spPr>
          <a:xfrm>
            <a:off x="4626864" y="4783974"/>
            <a:ext cx="30500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050" dirty="0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下班時間到囉，記得打卡再走喔！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916D9898-A983-2129-0391-DECB81D31B9B}"/>
              </a:ext>
            </a:extLst>
          </p:cNvPr>
          <p:cNvSpPr/>
          <p:nvPr/>
        </p:nvSpPr>
        <p:spPr>
          <a:xfrm>
            <a:off x="4551800" y="5168022"/>
            <a:ext cx="3050047" cy="329184"/>
          </a:xfrm>
          <a:prstGeom prst="roundRect">
            <a:avLst>
              <a:gd name="adj" fmla="val 22222"/>
            </a:avLst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5" name="Text 22">
            <a:extLst>
              <a:ext uri="{FF2B5EF4-FFF2-40B4-BE49-F238E27FC236}">
                <a16:creationId xmlns:a16="http://schemas.microsoft.com/office/drawing/2014/main" id="{25F37FA0-8BBA-D2FF-BBCA-71D61B252EC5}"/>
              </a:ext>
            </a:extLst>
          </p:cNvPr>
          <p:cNvSpPr/>
          <p:nvPr/>
        </p:nvSpPr>
        <p:spPr>
          <a:xfrm>
            <a:off x="4626864" y="5168022"/>
            <a:ext cx="30500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下班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7" name="Shape 15">
            <a:extLst>
              <a:ext uri="{FF2B5EF4-FFF2-40B4-BE49-F238E27FC236}">
                <a16:creationId xmlns:a16="http://schemas.microsoft.com/office/drawing/2014/main" id="{454FEB65-8092-9693-4FA2-DA80EA1EE3C3}"/>
              </a:ext>
            </a:extLst>
          </p:cNvPr>
          <p:cNvSpPr/>
          <p:nvPr/>
        </p:nvSpPr>
        <p:spPr>
          <a:xfrm>
            <a:off x="8028432" y="4143894"/>
            <a:ext cx="33101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DFDD"/>
            </a:solidFill>
            <a:prstDash val="solid"/>
          </a:ln>
          <a:effectLst>
            <a:outerShdw blurRad="101600" dist="38100" dir="5400000" algn="bl" rotWithShape="0">
              <a:srgbClr val="0D1B26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9" name="Shape 16">
            <a:extLst>
              <a:ext uri="{FF2B5EF4-FFF2-40B4-BE49-F238E27FC236}">
                <a16:creationId xmlns:a16="http://schemas.microsoft.com/office/drawing/2014/main" id="{9CFA83B8-24DF-81B0-5D0B-9C6CC420744A}"/>
              </a:ext>
            </a:extLst>
          </p:cNvPr>
          <p:cNvSpPr/>
          <p:nvPr/>
        </p:nvSpPr>
        <p:spPr>
          <a:xfrm>
            <a:off x="8028432" y="4143894"/>
            <a:ext cx="3310128" cy="548640"/>
          </a:xfrm>
          <a:prstGeom prst="roundRect">
            <a:avLst>
              <a:gd name="adj" fmla="val 16667"/>
            </a:avLst>
          </a:prstGeom>
          <a:solidFill>
            <a:srgbClr val="14293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1" name="Shape 17">
            <a:extLst>
              <a:ext uri="{FF2B5EF4-FFF2-40B4-BE49-F238E27FC236}">
                <a16:creationId xmlns:a16="http://schemas.microsoft.com/office/drawing/2014/main" id="{39400ED0-9E2C-0B3B-49EA-CCE77332BEA9}"/>
              </a:ext>
            </a:extLst>
          </p:cNvPr>
          <p:cNvSpPr/>
          <p:nvPr/>
        </p:nvSpPr>
        <p:spPr>
          <a:xfrm>
            <a:off x="8028432" y="4418214"/>
            <a:ext cx="3310128" cy="274320"/>
          </a:xfrm>
          <a:prstGeom prst="rect">
            <a:avLst/>
          </a:prstGeom>
          <a:solidFill>
            <a:srgbClr val="14293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3" name="Text 18">
            <a:extLst>
              <a:ext uri="{FF2B5EF4-FFF2-40B4-BE49-F238E27FC236}">
                <a16:creationId xmlns:a16="http://schemas.microsoft.com/office/drawing/2014/main" id="{66E4A1D6-77FD-CDBB-DB3A-055B6674040B}"/>
              </a:ext>
            </a:extLst>
          </p:cNvPr>
          <p:cNvSpPr/>
          <p:nvPr/>
        </p:nvSpPr>
        <p:spPr>
          <a:xfrm>
            <a:off x="8229600" y="4235334"/>
            <a:ext cx="3073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C2C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打卡提醒</a:t>
            </a:r>
            <a:endParaRPr lang="en-US" sz="8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5" name="Text 19">
            <a:extLst>
              <a:ext uri="{FF2B5EF4-FFF2-40B4-BE49-F238E27FC236}">
                <a16:creationId xmlns:a16="http://schemas.microsoft.com/office/drawing/2014/main" id="{2833AE33-7DFB-2863-435F-F8BBF4EC7786}"/>
              </a:ext>
            </a:extLst>
          </p:cNvPr>
          <p:cNvSpPr/>
          <p:nvPr/>
        </p:nvSpPr>
        <p:spPr>
          <a:xfrm>
            <a:off x="8229600" y="4418214"/>
            <a:ext cx="3073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2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威志雲端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Text 20">
            <a:extLst>
              <a:ext uri="{FF2B5EF4-FFF2-40B4-BE49-F238E27FC236}">
                <a16:creationId xmlns:a16="http://schemas.microsoft.com/office/drawing/2014/main" id="{A722497A-7C50-D25D-A112-35BB898F48F7}"/>
              </a:ext>
            </a:extLst>
          </p:cNvPr>
          <p:cNvSpPr/>
          <p:nvPr/>
        </p:nvSpPr>
        <p:spPr>
          <a:xfrm>
            <a:off x="8229600" y="4783974"/>
            <a:ext cx="30500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050" dirty="0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今天還沒看到打卡紀錄，記得打卡喔！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9" name="Shape 21">
            <a:extLst>
              <a:ext uri="{FF2B5EF4-FFF2-40B4-BE49-F238E27FC236}">
                <a16:creationId xmlns:a16="http://schemas.microsoft.com/office/drawing/2014/main" id="{DA1FB6B6-48EE-B05D-EFE4-6045F9B5B28E}"/>
              </a:ext>
            </a:extLst>
          </p:cNvPr>
          <p:cNvSpPr/>
          <p:nvPr/>
        </p:nvSpPr>
        <p:spPr>
          <a:xfrm>
            <a:off x="8154536" y="5168022"/>
            <a:ext cx="3050047" cy="329184"/>
          </a:xfrm>
          <a:prstGeom prst="roundRect">
            <a:avLst>
              <a:gd name="adj" fmla="val 22222"/>
            </a:avLst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1" name="Text 22">
            <a:extLst>
              <a:ext uri="{FF2B5EF4-FFF2-40B4-BE49-F238E27FC236}">
                <a16:creationId xmlns:a16="http://schemas.microsoft.com/office/drawing/2014/main" id="{CAE8C7F9-F312-A69F-A4ED-8B1594C97A79}"/>
              </a:ext>
            </a:extLst>
          </p:cNvPr>
          <p:cNvSpPr/>
          <p:nvPr/>
        </p:nvSpPr>
        <p:spPr>
          <a:xfrm>
            <a:off x="8229600" y="5168022"/>
            <a:ext cx="30500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上班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45731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4C5F0-F758-E185-8865-F21C27CC4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4">
            <a:extLst>
              <a:ext uri="{FF2B5EF4-FFF2-40B4-BE49-F238E27FC236}">
                <a16:creationId xmlns:a16="http://schemas.microsoft.com/office/drawing/2014/main" id="{99EE13E3-5554-9AF7-23AD-DB7309F1215F}"/>
              </a:ext>
            </a:extLst>
          </p:cNvPr>
          <p:cNvSpPr/>
          <p:nvPr/>
        </p:nvSpPr>
        <p:spPr>
          <a:xfrm>
            <a:off x="4690976" y="1496640"/>
            <a:ext cx="2834640" cy="5074920"/>
          </a:xfrm>
          <a:prstGeom prst="roundRect">
            <a:avLst>
              <a:gd name="adj" fmla="val 9032"/>
            </a:avLst>
          </a:prstGeom>
          <a:solidFill>
            <a:srgbClr val="1F2937"/>
          </a:solidFill>
          <a:ln/>
          <a:effectLst>
            <a:outerShdw blurRad="127000" dist="50800" dir="5400000" algn="bl" rotWithShape="0">
              <a:srgbClr val="1F2937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15">
            <a:extLst>
              <a:ext uri="{FF2B5EF4-FFF2-40B4-BE49-F238E27FC236}">
                <a16:creationId xmlns:a16="http://schemas.microsoft.com/office/drawing/2014/main" id="{263C8AB9-138B-20C5-C364-F3325A456048}"/>
              </a:ext>
            </a:extLst>
          </p:cNvPr>
          <p:cNvSpPr/>
          <p:nvPr/>
        </p:nvSpPr>
        <p:spPr>
          <a:xfrm>
            <a:off x="4773272" y="1669462"/>
            <a:ext cx="2670048" cy="4811573"/>
          </a:xfrm>
          <a:prstGeom prst="roundRect">
            <a:avLst>
              <a:gd name="adj" fmla="val 5479"/>
            </a:avLst>
          </a:prstGeom>
          <a:solidFill>
            <a:srgbClr val="F6F8F7"/>
          </a:solidFill>
          <a:ln/>
        </p:spPr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Shape 16">
            <a:extLst>
              <a:ext uri="{FF2B5EF4-FFF2-40B4-BE49-F238E27FC236}">
                <a16:creationId xmlns:a16="http://schemas.microsoft.com/office/drawing/2014/main" id="{18FE9BAB-19C9-3BF3-28D2-E206BD28E94C}"/>
              </a:ext>
            </a:extLst>
          </p:cNvPr>
          <p:cNvSpPr/>
          <p:nvPr/>
        </p:nvSpPr>
        <p:spPr>
          <a:xfrm>
            <a:off x="5788256" y="1570706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20">
            <a:extLst>
              <a:ext uri="{FF2B5EF4-FFF2-40B4-BE49-F238E27FC236}">
                <a16:creationId xmlns:a16="http://schemas.microsoft.com/office/drawing/2014/main" id="{49FBDC39-B68E-9338-638D-23902E792036}"/>
              </a:ext>
            </a:extLst>
          </p:cNvPr>
          <p:cNvSpPr/>
          <p:nvPr/>
        </p:nvSpPr>
        <p:spPr>
          <a:xfrm>
            <a:off x="4773272" y="1661232"/>
            <a:ext cx="2699345" cy="397377"/>
          </a:xfrm>
          <a:prstGeom prst="rect">
            <a:avLst/>
          </a:prstGeom>
          <a:solidFill>
            <a:srgbClr val="14293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21">
            <a:extLst>
              <a:ext uri="{FF2B5EF4-FFF2-40B4-BE49-F238E27FC236}">
                <a16:creationId xmlns:a16="http://schemas.microsoft.com/office/drawing/2014/main" id="{1AF7EE49-53AD-4F1E-3EFD-DD5CE7903540}"/>
              </a:ext>
            </a:extLst>
          </p:cNvPr>
          <p:cNvSpPr/>
          <p:nvPr/>
        </p:nvSpPr>
        <p:spPr>
          <a:xfrm>
            <a:off x="4873856" y="1661232"/>
            <a:ext cx="2463739" cy="397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TW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Y'S </a:t>
            </a:r>
            <a:r>
              <a:rPr lang="en-US" altLang="zh-TW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CLOUD</a:t>
            </a:r>
            <a:r>
              <a:rPr lang="en-US" altLang="zh-TW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 </a:t>
            </a:r>
            <a:r>
              <a:rPr lang="en-US" altLang="zh-TW" sz="1050" dirty="0">
                <a:solidFill>
                  <a:srgbClr val="C7D2D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·  </a:t>
            </a:r>
            <a:r>
              <a:rPr lang="en-US" altLang="zh-TW" sz="1050" dirty="0" err="1">
                <a:solidFill>
                  <a:srgbClr val="C7D2D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出勤打卡</a:t>
            </a:r>
            <a:endParaRPr lang="en-US" altLang="zh-TW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Text 0">
            <a:extLst>
              <a:ext uri="{FF2B5EF4-FFF2-40B4-BE49-F238E27FC236}">
                <a16:creationId xmlns:a16="http://schemas.microsoft.com/office/drawing/2014/main" id="{7D4FB0D3-94EC-5304-10C5-7280BFE34CCF}"/>
              </a:ext>
            </a:extLst>
          </p:cNvPr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300" b="1" kern="0" spc="200" dirty="0">
                <a:solidFill>
                  <a:srgbClr val="146C6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WEBSITE</a:t>
            </a:r>
            <a:r>
              <a:rPr lang="zh-TW" altLang="en-US" sz="1300" b="1" kern="0" spc="200" dirty="0">
                <a:solidFill>
                  <a:srgbClr val="146C6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 </a:t>
            </a:r>
            <a:r>
              <a:rPr lang="en-US" altLang="zh-TW" sz="1300" b="1" kern="0" spc="200" dirty="0">
                <a:solidFill>
                  <a:srgbClr val="146C6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DEMO</a:t>
            </a:r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C2F3C84B-90A3-7604-4079-9DCCC64E7BA8}"/>
              </a:ext>
            </a:extLst>
          </p:cNvPr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3000" b="1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簡易網頁表單展示</a:t>
            </a:r>
            <a:endParaRPr lang="en-US" sz="3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5" name="Text 5">
            <a:extLst>
              <a:ext uri="{FF2B5EF4-FFF2-40B4-BE49-F238E27FC236}">
                <a16:creationId xmlns:a16="http://schemas.microsoft.com/office/drawing/2014/main" id="{5C113940-48B3-3DC4-E9A0-341A75D33F52}"/>
              </a:ext>
            </a:extLst>
          </p:cNvPr>
          <p:cNvSpPr/>
          <p:nvPr/>
        </p:nvSpPr>
        <p:spPr>
          <a:xfrm>
            <a:off x="4773273" y="2261648"/>
            <a:ext cx="2670048" cy="410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09:14:22</a:t>
            </a:r>
            <a:endParaRPr lang="en-US" sz="2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7" name="Text 6">
            <a:extLst>
              <a:ext uri="{FF2B5EF4-FFF2-40B4-BE49-F238E27FC236}">
                <a16:creationId xmlns:a16="http://schemas.microsoft.com/office/drawing/2014/main" id="{500789B0-C6F4-D2D1-08B5-8AD9D914AAB1}"/>
              </a:ext>
            </a:extLst>
          </p:cNvPr>
          <p:cNvSpPr/>
          <p:nvPr/>
        </p:nvSpPr>
        <p:spPr>
          <a:xfrm>
            <a:off x="4773272" y="2737136"/>
            <a:ext cx="2699345" cy="153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2026年7月15日 週三</a:t>
            </a:r>
            <a:endParaRPr 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9" name="Shape 7">
            <a:extLst>
              <a:ext uri="{FF2B5EF4-FFF2-40B4-BE49-F238E27FC236}">
                <a16:creationId xmlns:a16="http://schemas.microsoft.com/office/drawing/2014/main" id="{2C78A61C-499B-7C90-C45F-B93BB902EC60}"/>
              </a:ext>
            </a:extLst>
          </p:cNvPr>
          <p:cNvSpPr/>
          <p:nvPr/>
        </p:nvSpPr>
        <p:spPr>
          <a:xfrm>
            <a:off x="4888244" y="3083244"/>
            <a:ext cx="2463739" cy="1"/>
          </a:xfrm>
          <a:prstGeom prst="line">
            <a:avLst/>
          </a:prstGeom>
          <a:noFill/>
          <a:ln w="1270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1" name="Shape 8">
            <a:extLst>
              <a:ext uri="{FF2B5EF4-FFF2-40B4-BE49-F238E27FC236}">
                <a16:creationId xmlns:a16="http://schemas.microsoft.com/office/drawing/2014/main" id="{07A17107-6639-A598-3312-A8D5BA172999}"/>
              </a:ext>
            </a:extLst>
          </p:cNvPr>
          <p:cNvSpPr/>
          <p:nvPr/>
        </p:nvSpPr>
        <p:spPr>
          <a:xfrm>
            <a:off x="4941319" y="3330200"/>
            <a:ext cx="372312" cy="372312"/>
          </a:xfrm>
          <a:prstGeom prst="ellipse">
            <a:avLst/>
          </a:prstGeom>
          <a:solidFill>
            <a:srgbClr val="DCEEEC"/>
          </a:solidFill>
          <a:ln w="12700">
            <a:solidFill>
              <a:srgbClr val="1F8F8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3" name="Text 9">
            <a:extLst>
              <a:ext uri="{FF2B5EF4-FFF2-40B4-BE49-F238E27FC236}">
                <a16:creationId xmlns:a16="http://schemas.microsoft.com/office/drawing/2014/main" id="{DB7B2D00-8813-E98D-3E6A-3C0FE78B69BC}"/>
              </a:ext>
            </a:extLst>
          </p:cNvPr>
          <p:cNvSpPr/>
          <p:nvPr/>
        </p:nvSpPr>
        <p:spPr>
          <a:xfrm>
            <a:off x="4941319" y="3330200"/>
            <a:ext cx="372312" cy="3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1200" b="1" dirty="0">
                <a:solidFill>
                  <a:srgbClr val="146058"/>
                </a:solidFill>
                <a:latin typeface="IBM Plex Sans" panose="020B0503050203000203" pitchFamily="34" charset="0"/>
                <a:ea typeface="微軟正黑體" panose="020B0604030504040204" pitchFamily="34" charset="-120"/>
                <a:cs typeface="Space Grotesk" pitchFamily="34" charset="-120"/>
              </a:rPr>
              <a:t>Y’s</a:t>
            </a:r>
            <a:endParaRPr lang="en-US" sz="1200" dirty="0">
              <a:latin typeface="IBM Plex Sans" panose="020B0503050203000203" pitchFamily="34" charset="0"/>
              <a:ea typeface="微軟正黑體" panose="020B0604030504040204" pitchFamily="34" charset="-120"/>
            </a:endParaRPr>
          </a:p>
        </p:txBody>
      </p:sp>
      <p:sp>
        <p:nvSpPr>
          <p:cNvPr id="145" name="Text 10">
            <a:extLst>
              <a:ext uri="{FF2B5EF4-FFF2-40B4-BE49-F238E27FC236}">
                <a16:creationId xmlns:a16="http://schemas.microsoft.com/office/drawing/2014/main" id="{41569201-F05F-005C-FC21-099C97E62081}"/>
              </a:ext>
            </a:extLst>
          </p:cNvPr>
          <p:cNvSpPr/>
          <p:nvPr/>
        </p:nvSpPr>
        <p:spPr>
          <a:xfrm>
            <a:off x="5429268" y="3260167"/>
            <a:ext cx="2052156" cy="182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目前登入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7" name="Text 11">
            <a:extLst>
              <a:ext uri="{FF2B5EF4-FFF2-40B4-BE49-F238E27FC236}">
                <a16:creationId xmlns:a16="http://schemas.microsoft.com/office/drawing/2014/main" id="{A1F06052-9E3B-6230-26A0-58BA3925D795}"/>
              </a:ext>
            </a:extLst>
          </p:cNvPr>
          <p:cNvSpPr/>
          <p:nvPr/>
        </p:nvSpPr>
        <p:spPr>
          <a:xfrm>
            <a:off x="5429267" y="3382433"/>
            <a:ext cx="2052159" cy="267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200" b="1" dirty="0">
                <a:solidFill>
                  <a:srgbClr val="1624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威志雲端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9" name="Shape 12">
            <a:extLst>
              <a:ext uri="{FF2B5EF4-FFF2-40B4-BE49-F238E27FC236}">
                <a16:creationId xmlns:a16="http://schemas.microsoft.com/office/drawing/2014/main" id="{AE77052D-D95E-53EF-B337-DDE1E24E89C2}"/>
              </a:ext>
            </a:extLst>
          </p:cNvPr>
          <p:cNvSpPr/>
          <p:nvPr/>
        </p:nvSpPr>
        <p:spPr>
          <a:xfrm>
            <a:off x="5717450" y="4550082"/>
            <a:ext cx="805326" cy="805326"/>
          </a:xfrm>
          <a:prstGeom prst="ellipse">
            <a:avLst/>
          </a:prstGeom>
          <a:noFill/>
          <a:ln w="2540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1" name="Text 13">
            <a:extLst>
              <a:ext uri="{FF2B5EF4-FFF2-40B4-BE49-F238E27FC236}">
                <a16:creationId xmlns:a16="http://schemas.microsoft.com/office/drawing/2014/main" id="{23EA73EF-228E-DA41-3C0B-10BFEBEB72B1}"/>
              </a:ext>
            </a:extLst>
          </p:cNvPr>
          <p:cNvSpPr/>
          <p:nvPr/>
        </p:nvSpPr>
        <p:spPr>
          <a:xfrm>
            <a:off x="5558982" y="4875670"/>
            <a:ext cx="1142409" cy="201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尚未打卡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3" name="Shape 14">
            <a:extLst>
              <a:ext uri="{FF2B5EF4-FFF2-40B4-BE49-F238E27FC236}">
                <a16:creationId xmlns:a16="http://schemas.microsoft.com/office/drawing/2014/main" id="{65AD64E3-8442-0678-EF1B-AB3BEAF6C25B}"/>
              </a:ext>
            </a:extLst>
          </p:cNvPr>
          <p:cNvSpPr/>
          <p:nvPr/>
        </p:nvSpPr>
        <p:spPr>
          <a:xfrm>
            <a:off x="4888244" y="5605086"/>
            <a:ext cx="2463739" cy="313567"/>
          </a:xfrm>
          <a:prstGeom prst="roundRect">
            <a:avLst>
              <a:gd name="adj" fmla="val 19048"/>
            </a:avLst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5" name="Text 15">
            <a:extLst>
              <a:ext uri="{FF2B5EF4-FFF2-40B4-BE49-F238E27FC236}">
                <a16:creationId xmlns:a16="http://schemas.microsoft.com/office/drawing/2014/main" id="{C34F5104-8CCE-B578-40D0-D52FA521A0C0}"/>
              </a:ext>
            </a:extLst>
          </p:cNvPr>
          <p:cNvSpPr/>
          <p:nvPr/>
        </p:nvSpPr>
        <p:spPr>
          <a:xfrm>
            <a:off x="4888244" y="5605086"/>
            <a:ext cx="2463739" cy="313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上班打卡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7" name="Shape 16">
            <a:extLst>
              <a:ext uri="{FF2B5EF4-FFF2-40B4-BE49-F238E27FC236}">
                <a16:creationId xmlns:a16="http://schemas.microsoft.com/office/drawing/2014/main" id="{82D20379-5F51-5975-0321-87E63D3A5541}"/>
              </a:ext>
            </a:extLst>
          </p:cNvPr>
          <p:cNvSpPr/>
          <p:nvPr/>
        </p:nvSpPr>
        <p:spPr>
          <a:xfrm>
            <a:off x="4888244" y="6062286"/>
            <a:ext cx="2463739" cy="313567"/>
          </a:xfrm>
          <a:prstGeom prst="roundRect">
            <a:avLst>
              <a:gd name="adj" fmla="val 19048"/>
            </a:avLst>
          </a:prstGeom>
          <a:noFill/>
          <a:ln w="1651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9" name="Text 17">
            <a:extLst>
              <a:ext uri="{FF2B5EF4-FFF2-40B4-BE49-F238E27FC236}">
                <a16:creationId xmlns:a16="http://schemas.microsoft.com/office/drawing/2014/main" id="{E92A03EE-4145-3F33-A1CD-CBB522E82E2E}"/>
              </a:ext>
            </a:extLst>
          </p:cNvPr>
          <p:cNvSpPr/>
          <p:nvPr/>
        </p:nvSpPr>
        <p:spPr>
          <a:xfrm>
            <a:off x="4888244" y="6062286"/>
            <a:ext cx="2463739" cy="313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14293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下班打卡</a:t>
            </a:r>
            <a:endParaRPr lang="en-US" sz="1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1" name="Text 10">
            <a:extLst>
              <a:ext uri="{FF2B5EF4-FFF2-40B4-BE49-F238E27FC236}">
                <a16:creationId xmlns:a16="http://schemas.microsoft.com/office/drawing/2014/main" id="{CB3F7319-E5D5-DA7E-8E4D-6655C2B21919}"/>
              </a:ext>
            </a:extLst>
          </p:cNvPr>
          <p:cNvSpPr/>
          <p:nvPr/>
        </p:nvSpPr>
        <p:spPr>
          <a:xfrm>
            <a:off x="5429268" y="3580965"/>
            <a:ext cx="2052156" cy="182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LINE ID:U1a2b3c…</a:t>
            </a:r>
            <a:endParaRPr lang="en-US" sz="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1" name="Shape 7">
            <a:extLst>
              <a:ext uri="{FF2B5EF4-FFF2-40B4-BE49-F238E27FC236}">
                <a16:creationId xmlns:a16="http://schemas.microsoft.com/office/drawing/2014/main" id="{18FC168C-E719-E342-B686-4680AAE57F51}"/>
              </a:ext>
            </a:extLst>
          </p:cNvPr>
          <p:cNvSpPr/>
          <p:nvPr/>
        </p:nvSpPr>
        <p:spPr>
          <a:xfrm>
            <a:off x="5787260" y="4970328"/>
            <a:ext cx="64976" cy="0"/>
          </a:xfrm>
          <a:prstGeom prst="line">
            <a:avLst/>
          </a:prstGeom>
          <a:noFill/>
          <a:ln w="190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3" name="Shape 7">
            <a:extLst>
              <a:ext uri="{FF2B5EF4-FFF2-40B4-BE49-F238E27FC236}">
                <a16:creationId xmlns:a16="http://schemas.microsoft.com/office/drawing/2014/main" id="{F96896B3-2822-D7D0-5DC2-136490774F28}"/>
              </a:ext>
            </a:extLst>
          </p:cNvPr>
          <p:cNvSpPr/>
          <p:nvPr/>
        </p:nvSpPr>
        <p:spPr>
          <a:xfrm>
            <a:off x="6404204" y="4970328"/>
            <a:ext cx="64976" cy="0"/>
          </a:xfrm>
          <a:prstGeom prst="line">
            <a:avLst/>
          </a:prstGeom>
          <a:noFill/>
          <a:ln w="190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7" name="Shape 7">
            <a:extLst>
              <a:ext uri="{FF2B5EF4-FFF2-40B4-BE49-F238E27FC236}">
                <a16:creationId xmlns:a16="http://schemas.microsoft.com/office/drawing/2014/main" id="{FB5E4D8E-1FB2-1536-BF4D-0D868E5F8CB0}"/>
              </a:ext>
            </a:extLst>
          </p:cNvPr>
          <p:cNvSpPr/>
          <p:nvPr/>
        </p:nvSpPr>
        <p:spPr>
          <a:xfrm flipH="1">
            <a:off x="6110112" y="4611415"/>
            <a:ext cx="0" cy="62980"/>
          </a:xfrm>
          <a:prstGeom prst="line">
            <a:avLst/>
          </a:prstGeom>
          <a:noFill/>
          <a:ln w="190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9" name="Shape 7">
            <a:extLst>
              <a:ext uri="{FF2B5EF4-FFF2-40B4-BE49-F238E27FC236}">
                <a16:creationId xmlns:a16="http://schemas.microsoft.com/office/drawing/2014/main" id="{79688E8D-677B-85E7-8F2F-18F6D12B4A68}"/>
              </a:ext>
            </a:extLst>
          </p:cNvPr>
          <p:cNvSpPr/>
          <p:nvPr/>
        </p:nvSpPr>
        <p:spPr>
          <a:xfrm flipH="1">
            <a:off x="6120113" y="5225779"/>
            <a:ext cx="0" cy="62980"/>
          </a:xfrm>
          <a:prstGeom prst="line">
            <a:avLst/>
          </a:prstGeom>
          <a:noFill/>
          <a:ln w="190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0" name="矩形: 圓角 199">
            <a:extLst>
              <a:ext uri="{FF2B5EF4-FFF2-40B4-BE49-F238E27FC236}">
                <a16:creationId xmlns:a16="http://schemas.microsoft.com/office/drawing/2014/main" id="{EB3CD89F-5298-A5EE-6D2C-E98F8E884DC0}"/>
              </a:ext>
            </a:extLst>
          </p:cNvPr>
          <p:cNvSpPr/>
          <p:nvPr/>
        </p:nvSpPr>
        <p:spPr>
          <a:xfrm>
            <a:off x="4944901" y="3897852"/>
            <a:ext cx="1131010" cy="465814"/>
          </a:xfrm>
          <a:prstGeom prst="roundRect">
            <a:avLst/>
          </a:prstGeom>
          <a:noFill/>
          <a:ln>
            <a:solidFill>
              <a:srgbClr val="D8DFDD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4" name="矩形: 圓角 203">
            <a:extLst>
              <a:ext uri="{FF2B5EF4-FFF2-40B4-BE49-F238E27FC236}">
                <a16:creationId xmlns:a16="http://schemas.microsoft.com/office/drawing/2014/main" id="{AA5C7F5E-1D78-CAFF-68AA-66626272C7C7}"/>
              </a:ext>
            </a:extLst>
          </p:cNvPr>
          <p:cNvSpPr/>
          <p:nvPr/>
        </p:nvSpPr>
        <p:spPr>
          <a:xfrm>
            <a:off x="6193785" y="3897852"/>
            <a:ext cx="1142409" cy="465814"/>
          </a:xfrm>
          <a:prstGeom prst="roundRect">
            <a:avLst/>
          </a:prstGeom>
          <a:noFill/>
          <a:ln>
            <a:solidFill>
              <a:srgbClr val="D8DFDD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6" name="Text 13">
            <a:extLst>
              <a:ext uri="{FF2B5EF4-FFF2-40B4-BE49-F238E27FC236}">
                <a16:creationId xmlns:a16="http://schemas.microsoft.com/office/drawing/2014/main" id="{17FA2D8E-4502-AEA2-D3A0-8974E480C853}"/>
              </a:ext>
            </a:extLst>
          </p:cNvPr>
          <p:cNvSpPr/>
          <p:nvPr/>
        </p:nvSpPr>
        <p:spPr>
          <a:xfrm>
            <a:off x="4941319" y="3917084"/>
            <a:ext cx="1131010" cy="446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800" b="1" dirty="0">
                <a:solidFill>
                  <a:srgbClr val="D8DFD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上班</a:t>
            </a:r>
            <a:endParaRPr lang="en-US" altLang="zh-TW" sz="800" b="1" dirty="0">
              <a:solidFill>
                <a:srgbClr val="D8DFD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Space Grotesk" pitchFamily="34" charset="-120"/>
            </a:endParaRPr>
          </a:p>
          <a:p>
            <a:pPr marL="0" indent="0" algn="ctr">
              <a:buNone/>
            </a:pPr>
            <a:r>
              <a:rPr lang="en-US" altLang="zh-TW" sz="1050" b="1" dirty="0">
                <a:solidFill>
                  <a:srgbClr val="0D1B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--:--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8" name="Text 13">
            <a:extLst>
              <a:ext uri="{FF2B5EF4-FFF2-40B4-BE49-F238E27FC236}">
                <a16:creationId xmlns:a16="http://schemas.microsoft.com/office/drawing/2014/main" id="{636F35FA-628B-A48E-5F9B-E1C02DF9E7E8}"/>
              </a:ext>
            </a:extLst>
          </p:cNvPr>
          <p:cNvSpPr/>
          <p:nvPr/>
        </p:nvSpPr>
        <p:spPr>
          <a:xfrm>
            <a:off x="6190204" y="3907476"/>
            <a:ext cx="1142410" cy="446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800" b="1" dirty="0">
                <a:solidFill>
                  <a:srgbClr val="D8DFD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下班</a:t>
            </a:r>
            <a:endParaRPr lang="en-US" altLang="zh-TW" sz="800" b="1" dirty="0">
              <a:solidFill>
                <a:srgbClr val="D8DFD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Space Grotesk" pitchFamily="34" charset="-120"/>
            </a:endParaRPr>
          </a:p>
          <a:p>
            <a:pPr marL="0" indent="0" algn="ctr">
              <a:buNone/>
            </a:pPr>
            <a:r>
              <a:rPr lang="en-US" altLang="zh-TW" sz="1050" b="1" dirty="0">
                <a:solidFill>
                  <a:srgbClr val="0D1B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--:--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Shape 14">
            <a:extLst>
              <a:ext uri="{FF2B5EF4-FFF2-40B4-BE49-F238E27FC236}">
                <a16:creationId xmlns:a16="http://schemas.microsoft.com/office/drawing/2014/main" id="{68EA11E9-D604-CE38-16C3-B4B14D4A4D92}"/>
              </a:ext>
            </a:extLst>
          </p:cNvPr>
          <p:cNvSpPr/>
          <p:nvPr/>
        </p:nvSpPr>
        <p:spPr>
          <a:xfrm>
            <a:off x="1161011" y="1491386"/>
            <a:ext cx="2834640" cy="5074920"/>
          </a:xfrm>
          <a:prstGeom prst="roundRect">
            <a:avLst>
              <a:gd name="adj" fmla="val 9032"/>
            </a:avLst>
          </a:prstGeom>
          <a:solidFill>
            <a:srgbClr val="1F2937"/>
          </a:solidFill>
          <a:ln/>
          <a:effectLst>
            <a:outerShdw blurRad="127000" dist="50800" dir="5400000" algn="bl" rotWithShape="0">
              <a:srgbClr val="1F2937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Shape 15">
            <a:extLst>
              <a:ext uri="{FF2B5EF4-FFF2-40B4-BE49-F238E27FC236}">
                <a16:creationId xmlns:a16="http://schemas.microsoft.com/office/drawing/2014/main" id="{21A9D215-A7FD-8B1C-7D84-73E84FEDF77F}"/>
              </a:ext>
            </a:extLst>
          </p:cNvPr>
          <p:cNvSpPr/>
          <p:nvPr/>
        </p:nvSpPr>
        <p:spPr>
          <a:xfrm>
            <a:off x="1243307" y="1664208"/>
            <a:ext cx="2670048" cy="4811573"/>
          </a:xfrm>
          <a:prstGeom prst="roundRect">
            <a:avLst>
              <a:gd name="adj" fmla="val 5479"/>
            </a:avLst>
          </a:prstGeom>
          <a:solidFill>
            <a:srgbClr val="F6F8F7"/>
          </a:solidFill>
          <a:ln/>
        </p:spPr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Shape 16">
            <a:extLst>
              <a:ext uri="{FF2B5EF4-FFF2-40B4-BE49-F238E27FC236}">
                <a16:creationId xmlns:a16="http://schemas.microsoft.com/office/drawing/2014/main" id="{2520A204-CA6C-944C-6F12-E9789EBA416E}"/>
              </a:ext>
            </a:extLst>
          </p:cNvPr>
          <p:cNvSpPr/>
          <p:nvPr/>
        </p:nvSpPr>
        <p:spPr>
          <a:xfrm>
            <a:off x="2258291" y="1565452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20">
            <a:extLst>
              <a:ext uri="{FF2B5EF4-FFF2-40B4-BE49-F238E27FC236}">
                <a16:creationId xmlns:a16="http://schemas.microsoft.com/office/drawing/2014/main" id="{C8D5FF63-37F2-C7AE-4A1E-B9EC3C25FFAC}"/>
              </a:ext>
            </a:extLst>
          </p:cNvPr>
          <p:cNvSpPr/>
          <p:nvPr/>
        </p:nvSpPr>
        <p:spPr>
          <a:xfrm>
            <a:off x="1243307" y="1655978"/>
            <a:ext cx="2699345" cy="397377"/>
          </a:xfrm>
          <a:prstGeom prst="rect">
            <a:avLst/>
          </a:prstGeom>
          <a:solidFill>
            <a:srgbClr val="14293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21">
            <a:extLst>
              <a:ext uri="{FF2B5EF4-FFF2-40B4-BE49-F238E27FC236}">
                <a16:creationId xmlns:a16="http://schemas.microsoft.com/office/drawing/2014/main" id="{FD7F8573-083E-51AE-8FE3-4271C203F918}"/>
              </a:ext>
            </a:extLst>
          </p:cNvPr>
          <p:cNvSpPr/>
          <p:nvPr/>
        </p:nvSpPr>
        <p:spPr>
          <a:xfrm>
            <a:off x="1343891" y="1655978"/>
            <a:ext cx="2463739" cy="397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Y'S </a:t>
            </a:r>
            <a:r>
              <a:rPr 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CLOUD</a:t>
            </a:r>
            <a:r>
              <a:rPr 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  </a:t>
            </a:r>
            <a:r>
              <a:rPr lang="en-US" sz="1050" dirty="0">
                <a:solidFill>
                  <a:srgbClr val="C7D2D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·  綁定員工資料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77C4B7C4-1606-F513-0345-9E1A7E380B62}"/>
              </a:ext>
            </a:extLst>
          </p:cNvPr>
          <p:cNvSpPr/>
          <p:nvPr/>
        </p:nvSpPr>
        <p:spPr>
          <a:xfrm>
            <a:off x="2092868" y="2303170"/>
            <a:ext cx="1589509" cy="198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800" dirty="0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LINE</a:t>
            </a:r>
            <a:r>
              <a:rPr lang="zh-TW" altLang="en-US" sz="800" dirty="0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 帳號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 23">
            <a:extLst>
              <a:ext uri="{FF2B5EF4-FFF2-40B4-BE49-F238E27FC236}">
                <a16:creationId xmlns:a16="http://schemas.microsoft.com/office/drawing/2014/main" id="{678A2AA2-4F47-6C9C-ADB2-2299CD9AE241}"/>
              </a:ext>
            </a:extLst>
          </p:cNvPr>
          <p:cNvSpPr/>
          <p:nvPr/>
        </p:nvSpPr>
        <p:spPr>
          <a:xfrm>
            <a:off x="2092868" y="2495634"/>
            <a:ext cx="1589509" cy="238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250" b="1" dirty="0">
                <a:solidFill>
                  <a:srgbClr val="1624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威志雲端</a:t>
            </a:r>
            <a:endParaRPr lang="en-US" sz="12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 24">
            <a:extLst>
              <a:ext uri="{FF2B5EF4-FFF2-40B4-BE49-F238E27FC236}">
                <a16:creationId xmlns:a16="http://schemas.microsoft.com/office/drawing/2014/main" id="{F328FD15-ADB6-5872-03A5-CCC4CE95A35D}"/>
              </a:ext>
            </a:extLst>
          </p:cNvPr>
          <p:cNvSpPr/>
          <p:nvPr/>
        </p:nvSpPr>
        <p:spPr>
          <a:xfrm>
            <a:off x="1389611" y="3785768"/>
            <a:ext cx="1589509" cy="198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員工編號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Shape 25">
            <a:extLst>
              <a:ext uri="{FF2B5EF4-FFF2-40B4-BE49-F238E27FC236}">
                <a16:creationId xmlns:a16="http://schemas.microsoft.com/office/drawing/2014/main" id="{D572DF72-8874-4A1F-6DE2-B18E4C3FA356}"/>
              </a:ext>
            </a:extLst>
          </p:cNvPr>
          <p:cNvSpPr/>
          <p:nvPr/>
        </p:nvSpPr>
        <p:spPr>
          <a:xfrm>
            <a:off x="1389611" y="3996080"/>
            <a:ext cx="2384264" cy="33379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6510">
            <a:solidFill>
              <a:srgbClr val="1F8F8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7545F097-FD88-0BAF-6EC2-801C809A84BD}"/>
              </a:ext>
            </a:extLst>
          </p:cNvPr>
          <p:cNvSpPr/>
          <p:nvPr/>
        </p:nvSpPr>
        <p:spPr>
          <a:xfrm>
            <a:off x="1526771" y="3996080"/>
            <a:ext cx="1589509" cy="333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42E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EMP-001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6147AEEA-B60B-20A3-99E2-AED56EFF3757}"/>
              </a:ext>
            </a:extLst>
          </p:cNvPr>
          <p:cNvSpPr/>
          <p:nvPr/>
        </p:nvSpPr>
        <p:spPr>
          <a:xfrm>
            <a:off x="1389611" y="4489856"/>
            <a:ext cx="2384264" cy="317902"/>
          </a:xfrm>
          <a:prstGeom prst="roundRect">
            <a:avLst>
              <a:gd name="adj" fmla="val 20000"/>
            </a:avLst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D9309E9-9D15-0DA5-4B24-18A0517D09ED}"/>
              </a:ext>
            </a:extLst>
          </p:cNvPr>
          <p:cNvSpPr/>
          <p:nvPr/>
        </p:nvSpPr>
        <p:spPr>
          <a:xfrm>
            <a:off x="1389611" y="4489856"/>
            <a:ext cx="2384264" cy="31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完成綁定</a:t>
            </a:r>
            <a:endParaRPr lang="en-US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A21E18C5-EDD5-EFFB-2565-1F327B221F96}"/>
              </a:ext>
            </a:extLst>
          </p:cNvPr>
          <p:cNvSpPr/>
          <p:nvPr/>
        </p:nvSpPr>
        <p:spPr>
          <a:xfrm>
            <a:off x="1407899" y="227777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EEF2F1"/>
          </a:solidFill>
          <a:ln>
            <a:solidFill>
              <a:srgbClr val="1F8F86"/>
            </a:solidFill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0DA07015-E85D-7D0F-50AA-91F18589C0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133" y="2364671"/>
            <a:ext cx="304461" cy="304461"/>
          </a:xfrm>
          <a:prstGeom prst="rect">
            <a:avLst/>
          </a:prstGeom>
        </p:spPr>
      </p:pic>
      <p:sp>
        <p:nvSpPr>
          <p:cNvPr id="38" name="Shape 28">
            <a:extLst>
              <a:ext uri="{FF2B5EF4-FFF2-40B4-BE49-F238E27FC236}">
                <a16:creationId xmlns:a16="http://schemas.microsoft.com/office/drawing/2014/main" id="{76D16A37-DAEE-87B9-9F80-ECE69FDEC207}"/>
              </a:ext>
            </a:extLst>
          </p:cNvPr>
          <p:cNvSpPr/>
          <p:nvPr/>
        </p:nvSpPr>
        <p:spPr>
          <a:xfrm>
            <a:off x="1389611" y="3113610"/>
            <a:ext cx="2384264" cy="502920"/>
          </a:xfrm>
          <a:prstGeom prst="roundRect">
            <a:avLst>
              <a:gd name="adj" fmla="val 14545"/>
            </a:avLst>
          </a:prstGeom>
          <a:solidFill>
            <a:srgbClr val="E7F3F1"/>
          </a:solidFill>
          <a:ln>
            <a:solidFill>
              <a:srgbClr val="1F8F86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24">
            <a:extLst>
              <a:ext uri="{FF2B5EF4-FFF2-40B4-BE49-F238E27FC236}">
                <a16:creationId xmlns:a16="http://schemas.microsoft.com/office/drawing/2014/main" id="{1A513A87-EA26-E0BD-CE53-BDD871CA2688}"/>
              </a:ext>
            </a:extLst>
          </p:cNvPr>
          <p:cNvSpPr/>
          <p:nvPr/>
        </p:nvSpPr>
        <p:spPr>
          <a:xfrm>
            <a:off x="1526771" y="3113610"/>
            <a:ext cx="21556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800" dirty="0">
                <a:solidFill>
                  <a:srgbClr val="1F8F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這組 </a:t>
            </a:r>
            <a:r>
              <a:rPr lang="en-US" altLang="zh-TW" sz="800" dirty="0">
                <a:solidFill>
                  <a:srgbClr val="1F8F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LINE</a:t>
            </a:r>
            <a:r>
              <a:rPr lang="zh-TW" altLang="en-US" sz="800" dirty="0">
                <a:solidFill>
                  <a:srgbClr val="1F8F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帳號尚未綁定員工資料</a:t>
            </a:r>
            <a:endParaRPr lang="en-US" altLang="zh-TW" sz="800" dirty="0">
              <a:solidFill>
                <a:srgbClr val="1F8F86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IBM Plex Sans" pitchFamily="34" charset="-120"/>
            </a:endParaRPr>
          </a:p>
          <a:p>
            <a:pPr marL="0" indent="0">
              <a:buNone/>
            </a:pPr>
            <a:r>
              <a:rPr lang="zh-TW" altLang="en-US" sz="800" dirty="0">
                <a:solidFill>
                  <a:srgbClr val="1F8F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請輸入你的員工編號完成綁定，之後即可開放打卡</a:t>
            </a:r>
            <a:endParaRPr lang="en-US" sz="800" dirty="0">
              <a:solidFill>
                <a:srgbClr val="1F8F8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Text 22">
            <a:extLst>
              <a:ext uri="{FF2B5EF4-FFF2-40B4-BE49-F238E27FC236}">
                <a16:creationId xmlns:a16="http://schemas.microsoft.com/office/drawing/2014/main" id="{D304195F-8343-97CF-6FAB-B7C1CD3F5146}"/>
              </a:ext>
            </a:extLst>
          </p:cNvPr>
          <p:cNvSpPr/>
          <p:nvPr/>
        </p:nvSpPr>
        <p:spPr>
          <a:xfrm>
            <a:off x="1781005" y="4920386"/>
            <a:ext cx="1589509" cy="198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800" dirty="0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IBM Plex Sans" pitchFamily="34" charset="-120"/>
              </a:rPr>
              <a:t>請輸入員工編號完成綁定</a:t>
            </a:r>
            <a:endParaRPr 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A200D14C-A715-1E25-D266-F4269B313E93}"/>
              </a:ext>
            </a:extLst>
          </p:cNvPr>
          <p:cNvSpPr/>
          <p:nvPr/>
        </p:nvSpPr>
        <p:spPr>
          <a:xfrm>
            <a:off x="1389611" y="2950108"/>
            <a:ext cx="2384264" cy="0"/>
          </a:xfrm>
          <a:prstGeom prst="line">
            <a:avLst/>
          </a:prstGeom>
          <a:noFill/>
          <a:ln w="1270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780FA9F5-C34A-EF6D-1A0D-507BF77453C8}"/>
              </a:ext>
            </a:extLst>
          </p:cNvPr>
          <p:cNvSpPr/>
          <p:nvPr/>
        </p:nvSpPr>
        <p:spPr>
          <a:xfrm>
            <a:off x="8220941" y="1491386"/>
            <a:ext cx="2834640" cy="5074920"/>
          </a:xfrm>
          <a:prstGeom prst="roundRect">
            <a:avLst>
              <a:gd name="adj" fmla="val 9032"/>
            </a:avLst>
          </a:prstGeom>
          <a:solidFill>
            <a:srgbClr val="1F2937"/>
          </a:solidFill>
          <a:ln/>
          <a:effectLst>
            <a:outerShdw blurRad="127000" dist="50800" dir="5400000" algn="bl" rotWithShape="0">
              <a:srgbClr val="1F2937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8" name="Shape 15">
            <a:extLst>
              <a:ext uri="{FF2B5EF4-FFF2-40B4-BE49-F238E27FC236}">
                <a16:creationId xmlns:a16="http://schemas.microsoft.com/office/drawing/2014/main" id="{4940DC8C-DD17-2946-2E3B-EAA0A0B290C5}"/>
              </a:ext>
            </a:extLst>
          </p:cNvPr>
          <p:cNvSpPr/>
          <p:nvPr/>
        </p:nvSpPr>
        <p:spPr>
          <a:xfrm>
            <a:off x="8293712" y="1655978"/>
            <a:ext cx="2670048" cy="4811573"/>
          </a:xfrm>
          <a:prstGeom prst="roundRect">
            <a:avLst>
              <a:gd name="adj" fmla="val 5479"/>
            </a:avLst>
          </a:prstGeom>
          <a:solidFill>
            <a:srgbClr val="F6F8F7"/>
          </a:solidFill>
          <a:ln/>
        </p:spPr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Shape 16">
            <a:extLst>
              <a:ext uri="{FF2B5EF4-FFF2-40B4-BE49-F238E27FC236}">
                <a16:creationId xmlns:a16="http://schemas.microsoft.com/office/drawing/2014/main" id="{1EAAD0F2-03A9-943E-1B59-EB05198669C1}"/>
              </a:ext>
            </a:extLst>
          </p:cNvPr>
          <p:cNvSpPr/>
          <p:nvPr/>
        </p:nvSpPr>
        <p:spPr>
          <a:xfrm>
            <a:off x="9308696" y="1565452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404DB0AF-D022-4555-6AA1-3C8AEEC291A3}"/>
              </a:ext>
            </a:extLst>
          </p:cNvPr>
          <p:cNvSpPr/>
          <p:nvPr/>
        </p:nvSpPr>
        <p:spPr>
          <a:xfrm>
            <a:off x="8293712" y="1655978"/>
            <a:ext cx="2699345" cy="397377"/>
          </a:xfrm>
          <a:prstGeom prst="rect">
            <a:avLst/>
          </a:prstGeom>
          <a:solidFill>
            <a:srgbClr val="14293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4" name="Text 21">
            <a:extLst>
              <a:ext uri="{FF2B5EF4-FFF2-40B4-BE49-F238E27FC236}">
                <a16:creationId xmlns:a16="http://schemas.microsoft.com/office/drawing/2014/main" id="{45733B43-D7E6-5D2F-DAD9-1DE63A5AA0DA}"/>
              </a:ext>
            </a:extLst>
          </p:cNvPr>
          <p:cNvSpPr/>
          <p:nvPr/>
        </p:nvSpPr>
        <p:spPr>
          <a:xfrm>
            <a:off x="8394296" y="1655978"/>
            <a:ext cx="2463739" cy="397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TW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Y‘S </a:t>
            </a:r>
            <a:r>
              <a:rPr lang="en-US" altLang="zh-TW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CLOUD</a:t>
            </a:r>
            <a:r>
              <a:rPr lang="en-US" altLang="zh-TW" sz="105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 </a:t>
            </a:r>
            <a:r>
              <a:rPr lang="en-US" altLang="zh-TW" sz="1050" dirty="0">
                <a:solidFill>
                  <a:srgbClr val="C7D2D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·  </a:t>
            </a:r>
            <a:r>
              <a:rPr lang="zh-TW" altLang="en-US" sz="1050" dirty="0">
                <a:solidFill>
                  <a:srgbClr val="C7D2D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月報表</a:t>
            </a:r>
            <a:endParaRPr lang="en-US" altLang="zh-TW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Text 5">
            <a:extLst>
              <a:ext uri="{FF2B5EF4-FFF2-40B4-BE49-F238E27FC236}">
                <a16:creationId xmlns:a16="http://schemas.microsoft.com/office/drawing/2014/main" id="{5A30719B-731C-7E8A-245A-2E780A3C9DB1}"/>
              </a:ext>
            </a:extLst>
          </p:cNvPr>
          <p:cNvSpPr/>
          <p:nvPr/>
        </p:nvSpPr>
        <p:spPr>
          <a:xfrm>
            <a:off x="8372390" y="219547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E7C8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‹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Text 6">
            <a:extLst>
              <a:ext uri="{FF2B5EF4-FFF2-40B4-BE49-F238E27FC236}">
                <a16:creationId xmlns:a16="http://schemas.microsoft.com/office/drawing/2014/main" id="{859BB87F-44CB-5713-EFD2-D5E8B47723C3}"/>
              </a:ext>
            </a:extLst>
          </p:cNvPr>
          <p:cNvSpPr/>
          <p:nvPr/>
        </p:nvSpPr>
        <p:spPr>
          <a:xfrm>
            <a:off x="8634503" y="2195474"/>
            <a:ext cx="184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2026年 7 月</a:t>
            </a:r>
            <a:endParaRPr lang="en-US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6CCD2B32-E475-2AB4-7F25-71668790AA44}"/>
              </a:ext>
            </a:extLst>
          </p:cNvPr>
          <p:cNvSpPr/>
          <p:nvPr/>
        </p:nvSpPr>
        <p:spPr>
          <a:xfrm>
            <a:off x="10380127" y="219547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8DFD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›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Shape 8">
            <a:extLst>
              <a:ext uri="{FF2B5EF4-FFF2-40B4-BE49-F238E27FC236}">
                <a16:creationId xmlns:a16="http://schemas.microsoft.com/office/drawing/2014/main" id="{4FB86C85-27E5-C674-3A72-F087B43D831B}"/>
              </a:ext>
            </a:extLst>
          </p:cNvPr>
          <p:cNvSpPr/>
          <p:nvPr/>
        </p:nvSpPr>
        <p:spPr>
          <a:xfrm>
            <a:off x="8394296" y="2563266"/>
            <a:ext cx="2463739" cy="107519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Shape 9">
            <a:extLst>
              <a:ext uri="{FF2B5EF4-FFF2-40B4-BE49-F238E27FC236}">
                <a16:creationId xmlns:a16="http://schemas.microsoft.com/office/drawing/2014/main" id="{3E8FF266-EB33-7FEB-F143-9D17E14392E2}"/>
              </a:ext>
            </a:extLst>
          </p:cNvPr>
          <p:cNvSpPr/>
          <p:nvPr/>
        </p:nvSpPr>
        <p:spPr>
          <a:xfrm>
            <a:off x="8584976" y="2728394"/>
            <a:ext cx="710385" cy="710385"/>
          </a:xfrm>
          <a:prstGeom prst="ellipse">
            <a:avLst/>
          </a:prstGeom>
          <a:solidFill>
            <a:srgbClr val="FFFFFF"/>
          </a:solidFill>
          <a:ln w="76200">
            <a:solidFill>
              <a:srgbClr val="1F8F8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Text 10">
            <a:extLst>
              <a:ext uri="{FF2B5EF4-FFF2-40B4-BE49-F238E27FC236}">
                <a16:creationId xmlns:a16="http://schemas.microsoft.com/office/drawing/2014/main" id="{F8102AEA-AAB7-AA2C-533D-0899FA05E3EE}"/>
              </a:ext>
            </a:extLst>
          </p:cNvPr>
          <p:cNvSpPr/>
          <p:nvPr/>
        </p:nvSpPr>
        <p:spPr>
          <a:xfrm>
            <a:off x="8682905" y="2830364"/>
            <a:ext cx="521207" cy="378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92%</a:t>
            </a:r>
            <a:endParaRPr lang="en-US" sz="1400" dirty="0"/>
          </a:p>
        </p:txBody>
      </p:sp>
      <p:sp>
        <p:nvSpPr>
          <p:cNvPr id="68" name="Text 11">
            <a:extLst>
              <a:ext uri="{FF2B5EF4-FFF2-40B4-BE49-F238E27FC236}">
                <a16:creationId xmlns:a16="http://schemas.microsoft.com/office/drawing/2014/main" id="{BED3678A-0F1A-E6AD-D01C-56206565C823}"/>
              </a:ext>
            </a:extLst>
          </p:cNvPr>
          <p:cNvSpPr/>
          <p:nvPr/>
        </p:nvSpPr>
        <p:spPr>
          <a:xfrm>
            <a:off x="8678429" y="3057338"/>
            <a:ext cx="521208" cy="28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E7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出勤率</a:t>
            </a:r>
            <a:endParaRPr lang="en-US" sz="700" dirty="0"/>
          </a:p>
        </p:txBody>
      </p:sp>
      <p:sp>
        <p:nvSpPr>
          <p:cNvPr id="70" name="Text 12">
            <a:extLst>
              <a:ext uri="{FF2B5EF4-FFF2-40B4-BE49-F238E27FC236}">
                <a16:creationId xmlns:a16="http://schemas.microsoft.com/office/drawing/2014/main" id="{60177119-19D4-1CB4-F40B-DE0F4388D9C7}"/>
              </a:ext>
            </a:extLst>
          </p:cNvPr>
          <p:cNvSpPr/>
          <p:nvPr/>
        </p:nvSpPr>
        <p:spPr>
          <a:xfrm>
            <a:off x="9493247" y="2629295"/>
            <a:ext cx="541256" cy="28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E7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出勤天數</a:t>
            </a:r>
            <a:endParaRPr lang="en-US" sz="800" b="1" dirty="0"/>
          </a:p>
        </p:txBody>
      </p:sp>
      <p:sp>
        <p:nvSpPr>
          <p:cNvPr id="72" name="Text 13">
            <a:extLst>
              <a:ext uri="{FF2B5EF4-FFF2-40B4-BE49-F238E27FC236}">
                <a16:creationId xmlns:a16="http://schemas.microsoft.com/office/drawing/2014/main" id="{FCCBDAFB-0B8C-439F-68B1-BAB60744B433}"/>
              </a:ext>
            </a:extLst>
          </p:cNvPr>
          <p:cNvSpPr/>
          <p:nvPr/>
        </p:nvSpPr>
        <p:spPr>
          <a:xfrm>
            <a:off x="10178580" y="2629295"/>
            <a:ext cx="441718" cy="28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05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 天</a:t>
            </a:r>
            <a:endParaRPr lang="en-US" sz="1000" dirty="0"/>
          </a:p>
        </p:txBody>
      </p:sp>
      <p:sp>
        <p:nvSpPr>
          <p:cNvPr id="76" name="Text 14">
            <a:extLst>
              <a:ext uri="{FF2B5EF4-FFF2-40B4-BE49-F238E27FC236}">
                <a16:creationId xmlns:a16="http://schemas.microsoft.com/office/drawing/2014/main" id="{7083FC94-D041-F69D-3C94-35445F10C9A2}"/>
              </a:ext>
            </a:extLst>
          </p:cNvPr>
          <p:cNvSpPr/>
          <p:nvPr/>
        </p:nvSpPr>
        <p:spPr>
          <a:xfrm>
            <a:off x="9493247" y="3008580"/>
            <a:ext cx="771060" cy="28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E7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遲到／早退</a:t>
            </a:r>
            <a:endParaRPr lang="en-US" sz="800" b="1" dirty="0"/>
          </a:p>
        </p:txBody>
      </p:sp>
      <p:sp>
        <p:nvSpPr>
          <p:cNvPr id="80" name="Text 15">
            <a:extLst>
              <a:ext uri="{FF2B5EF4-FFF2-40B4-BE49-F238E27FC236}">
                <a16:creationId xmlns:a16="http://schemas.microsoft.com/office/drawing/2014/main" id="{76C79295-1FEC-2C5E-0911-E3A730D7CFA2}"/>
              </a:ext>
            </a:extLst>
          </p:cNvPr>
          <p:cNvSpPr/>
          <p:nvPr/>
        </p:nvSpPr>
        <p:spPr>
          <a:xfrm>
            <a:off x="10178580" y="3008580"/>
            <a:ext cx="441718" cy="28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675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/ 0</a:t>
            </a:r>
            <a:endParaRPr lang="en-US" sz="1000" dirty="0"/>
          </a:p>
        </p:txBody>
      </p:sp>
      <p:sp>
        <p:nvSpPr>
          <p:cNvPr id="82" name="Text 16">
            <a:extLst>
              <a:ext uri="{FF2B5EF4-FFF2-40B4-BE49-F238E27FC236}">
                <a16:creationId xmlns:a16="http://schemas.microsoft.com/office/drawing/2014/main" id="{FD144808-5495-5214-88FA-2E20A71BFA88}"/>
              </a:ext>
            </a:extLst>
          </p:cNvPr>
          <p:cNvSpPr/>
          <p:nvPr/>
        </p:nvSpPr>
        <p:spPr>
          <a:xfrm>
            <a:off x="9493247" y="3354525"/>
            <a:ext cx="771060" cy="28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E7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本月總工時</a:t>
            </a:r>
            <a:endParaRPr lang="en-US" sz="800" b="1" dirty="0"/>
          </a:p>
        </p:txBody>
      </p:sp>
      <p:sp>
        <p:nvSpPr>
          <p:cNvPr id="84" name="Text 17">
            <a:extLst>
              <a:ext uri="{FF2B5EF4-FFF2-40B4-BE49-F238E27FC236}">
                <a16:creationId xmlns:a16="http://schemas.microsoft.com/office/drawing/2014/main" id="{CBF81104-2A62-86EF-42D2-7486C3A27D8D}"/>
              </a:ext>
            </a:extLst>
          </p:cNvPr>
          <p:cNvSpPr/>
          <p:nvPr/>
        </p:nvSpPr>
        <p:spPr>
          <a:xfrm>
            <a:off x="10140348" y="3354525"/>
            <a:ext cx="479950" cy="28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05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88 小時</a:t>
            </a:r>
            <a:endParaRPr lang="en-US" sz="1000" dirty="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BDD80884-6DF2-9028-8590-145B70932E69}"/>
              </a:ext>
            </a:extLst>
          </p:cNvPr>
          <p:cNvSpPr/>
          <p:nvPr/>
        </p:nvSpPr>
        <p:spPr>
          <a:xfrm flipV="1">
            <a:off x="9512531" y="3298214"/>
            <a:ext cx="1147761" cy="0"/>
          </a:xfrm>
          <a:prstGeom prst="line">
            <a:avLst/>
          </a:prstGeom>
          <a:noFill/>
          <a:ln w="9525">
            <a:solidFill>
              <a:srgbClr val="D8DF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8" name="Shape 7">
            <a:extLst>
              <a:ext uri="{FF2B5EF4-FFF2-40B4-BE49-F238E27FC236}">
                <a16:creationId xmlns:a16="http://schemas.microsoft.com/office/drawing/2014/main" id="{277C5DC4-D85B-A1BE-06AB-471AA497C5B4}"/>
              </a:ext>
            </a:extLst>
          </p:cNvPr>
          <p:cNvSpPr/>
          <p:nvPr/>
        </p:nvSpPr>
        <p:spPr>
          <a:xfrm>
            <a:off x="9493246" y="2916834"/>
            <a:ext cx="1167048" cy="0"/>
          </a:xfrm>
          <a:prstGeom prst="line">
            <a:avLst/>
          </a:prstGeom>
          <a:noFill/>
          <a:ln w="9525">
            <a:solidFill>
              <a:srgbClr val="D8DFD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0" name="Text 18">
            <a:extLst>
              <a:ext uri="{FF2B5EF4-FFF2-40B4-BE49-F238E27FC236}">
                <a16:creationId xmlns:a16="http://schemas.microsoft.com/office/drawing/2014/main" id="{3F0ADFEE-70D6-4191-FE0B-03C553F7F55A}"/>
              </a:ext>
            </a:extLst>
          </p:cNvPr>
          <p:cNvSpPr/>
          <p:nvPr/>
        </p:nvSpPr>
        <p:spPr>
          <a:xfrm>
            <a:off x="8415700" y="3857330"/>
            <a:ext cx="338552" cy="162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日</a:t>
            </a:r>
            <a:endParaRPr lang="en-US" sz="750" dirty="0"/>
          </a:p>
        </p:txBody>
      </p:sp>
      <p:sp>
        <p:nvSpPr>
          <p:cNvPr id="92" name="Text 19">
            <a:extLst>
              <a:ext uri="{FF2B5EF4-FFF2-40B4-BE49-F238E27FC236}">
                <a16:creationId xmlns:a16="http://schemas.microsoft.com/office/drawing/2014/main" id="{FDC10D1A-931E-C2DE-5E26-4BE75D774E13}"/>
              </a:ext>
            </a:extLst>
          </p:cNvPr>
          <p:cNvSpPr/>
          <p:nvPr/>
        </p:nvSpPr>
        <p:spPr>
          <a:xfrm>
            <a:off x="8746437" y="3852016"/>
            <a:ext cx="338552" cy="162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一</a:t>
            </a:r>
            <a:endParaRPr lang="en-US" sz="750" dirty="0"/>
          </a:p>
        </p:txBody>
      </p:sp>
      <p:sp>
        <p:nvSpPr>
          <p:cNvPr id="94" name="Text 20">
            <a:extLst>
              <a:ext uri="{FF2B5EF4-FFF2-40B4-BE49-F238E27FC236}">
                <a16:creationId xmlns:a16="http://schemas.microsoft.com/office/drawing/2014/main" id="{811E7D33-AE6C-81E5-0CA8-A085C184FCBF}"/>
              </a:ext>
            </a:extLst>
          </p:cNvPr>
          <p:cNvSpPr/>
          <p:nvPr/>
        </p:nvSpPr>
        <p:spPr>
          <a:xfrm>
            <a:off x="9023742" y="3817527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二</a:t>
            </a:r>
            <a:endParaRPr lang="en-US" sz="750" dirty="0"/>
          </a:p>
        </p:txBody>
      </p:sp>
      <p:sp>
        <p:nvSpPr>
          <p:cNvPr id="96" name="Text 21">
            <a:extLst>
              <a:ext uri="{FF2B5EF4-FFF2-40B4-BE49-F238E27FC236}">
                <a16:creationId xmlns:a16="http://schemas.microsoft.com/office/drawing/2014/main" id="{CB0CCF4F-B96D-136E-F8A4-76F739875735}"/>
              </a:ext>
            </a:extLst>
          </p:cNvPr>
          <p:cNvSpPr/>
          <p:nvPr/>
        </p:nvSpPr>
        <p:spPr>
          <a:xfrm>
            <a:off x="9451563" y="3852260"/>
            <a:ext cx="338552" cy="162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三</a:t>
            </a:r>
            <a:endParaRPr lang="en-US" sz="750" dirty="0"/>
          </a:p>
        </p:txBody>
      </p:sp>
      <p:sp>
        <p:nvSpPr>
          <p:cNvPr id="98" name="Text 22">
            <a:extLst>
              <a:ext uri="{FF2B5EF4-FFF2-40B4-BE49-F238E27FC236}">
                <a16:creationId xmlns:a16="http://schemas.microsoft.com/office/drawing/2014/main" id="{16AE8476-CFD0-72A2-B5EF-FC87AB71D228}"/>
              </a:ext>
            </a:extLst>
          </p:cNvPr>
          <p:cNvSpPr/>
          <p:nvPr/>
        </p:nvSpPr>
        <p:spPr>
          <a:xfrm>
            <a:off x="9801742" y="3852016"/>
            <a:ext cx="338552" cy="162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四</a:t>
            </a:r>
            <a:endParaRPr lang="en-US" sz="750" dirty="0"/>
          </a:p>
        </p:txBody>
      </p:sp>
      <p:sp>
        <p:nvSpPr>
          <p:cNvPr id="102" name="Text 23">
            <a:extLst>
              <a:ext uri="{FF2B5EF4-FFF2-40B4-BE49-F238E27FC236}">
                <a16:creationId xmlns:a16="http://schemas.microsoft.com/office/drawing/2014/main" id="{DE71C5ED-7CC0-F90B-CB65-EEC76991A8DA}"/>
              </a:ext>
            </a:extLst>
          </p:cNvPr>
          <p:cNvSpPr/>
          <p:nvPr/>
        </p:nvSpPr>
        <p:spPr>
          <a:xfrm>
            <a:off x="10161247" y="3852016"/>
            <a:ext cx="338552" cy="162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五</a:t>
            </a:r>
            <a:endParaRPr lang="en-US" sz="750" dirty="0"/>
          </a:p>
        </p:txBody>
      </p:sp>
      <p:sp>
        <p:nvSpPr>
          <p:cNvPr id="106" name="Text 24">
            <a:extLst>
              <a:ext uri="{FF2B5EF4-FFF2-40B4-BE49-F238E27FC236}">
                <a16:creationId xmlns:a16="http://schemas.microsoft.com/office/drawing/2014/main" id="{284DD326-3942-3204-5C05-CB39AC535326}"/>
              </a:ext>
            </a:extLst>
          </p:cNvPr>
          <p:cNvSpPr/>
          <p:nvPr/>
        </p:nvSpPr>
        <p:spPr>
          <a:xfrm>
            <a:off x="10501516" y="3852016"/>
            <a:ext cx="338552" cy="162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E7C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六</a:t>
            </a:r>
            <a:endParaRPr lang="en-US" sz="750" dirty="0"/>
          </a:p>
        </p:txBody>
      </p:sp>
      <p:sp>
        <p:nvSpPr>
          <p:cNvPr id="109" name="Shape 34">
            <a:extLst>
              <a:ext uri="{FF2B5EF4-FFF2-40B4-BE49-F238E27FC236}">
                <a16:creationId xmlns:a16="http://schemas.microsoft.com/office/drawing/2014/main" id="{D81B99E5-80D1-8C42-E7D6-47938F2DC463}"/>
              </a:ext>
            </a:extLst>
          </p:cNvPr>
          <p:cNvSpPr/>
          <p:nvPr/>
        </p:nvSpPr>
        <p:spPr>
          <a:xfrm>
            <a:off x="9478995" y="4144868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A6752E"/>
            </a:solidFill>
            <a:prstDash val="sysDash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11" name="Text 35">
            <a:extLst>
              <a:ext uri="{FF2B5EF4-FFF2-40B4-BE49-F238E27FC236}">
                <a16:creationId xmlns:a16="http://schemas.microsoft.com/office/drawing/2014/main" id="{6E43F336-6716-D03A-74F1-CB39234C7F53}"/>
              </a:ext>
            </a:extLst>
          </p:cNvPr>
          <p:cNvSpPr/>
          <p:nvPr/>
        </p:nvSpPr>
        <p:spPr>
          <a:xfrm>
            <a:off x="9497283" y="4172300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/>
              <a:t>1</a:t>
            </a:r>
          </a:p>
        </p:txBody>
      </p:sp>
      <p:sp>
        <p:nvSpPr>
          <p:cNvPr id="113" name="Shape 36">
            <a:extLst>
              <a:ext uri="{FF2B5EF4-FFF2-40B4-BE49-F238E27FC236}">
                <a16:creationId xmlns:a16="http://schemas.microsoft.com/office/drawing/2014/main" id="{A8372F7B-A4BE-3413-4A50-89F346D3AA13}"/>
              </a:ext>
            </a:extLst>
          </p:cNvPr>
          <p:cNvSpPr/>
          <p:nvPr/>
        </p:nvSpPr>
        <p:spPr>
          <a:xfrm>
            <a:off x="9695404" y="4190588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5" name="Shape 37">
            <a:extLst>
              <a:ext uri="{FF2B5EF4-FFF2-40B4-BE49-F238E27FC236}">
                <a16:creationId xmlns:a16="http://schemas.microsoft.com/office/drawing/2014/main" id="{F70A2167-A7B5-8386-A4CA-F58FBBF6214C}"/>
              </a:ext>
            </a:extLst>
          </p:cNvPr>
          <p:cNvSpPr/>
          <p:nvPr/>
        </p:nvSpPr>
        <p:spPr>
          <a:xfrm>
            <a:off x="9829174" y="4144624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A6752E"/>
            </a:solidFill>
            <a:prstDash val="sys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Text 38">
            <a:extLst>
              <a:ext uri="{FF2B5EF4-FFF2-40B4-BE49-F238E27FC236}">
                <a16:creationId xmlns:a16="http://schemas.microsoft.com/office/drawing/2014/main" id="{6751BBCE-F683-4A24-CF0D-FC7BAF8D711C}"/>
              </a:ext>
            </a:extLst>
          </p:cNvPr>
          <p:cNvSpPr/>
          <p:nvPr/>
        </p:nvSpPr>
        <p:spPr>
          <a:xfrm>
            <a:off x="9847462" y="4172056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/>
              <a:t>2</a:t>
            </a:r>
          </a:p>
        </p:txBody>
      </p:sp>
      <p:sp>
        <p:nvSpPr>
          <p:cNvPr id="119" name="Shape 39">
            <a:extLst>
              <a:ext uri="{FF2B5EF4-FFF2-40B4-BE49-F238E27FC236}">
                <a16:creationId xmlns:a16="http://schemas.microsoft.com/office/drawing/2014/main" id="{F0F25485-D698-9AEF-E326-CB87CA33D8F4}"/>
              </a:ext>
            </a:extLst>
          </p:cNvPr>
          <p:cNvSpPr/>
          <p:nvPr/>
        </p:nvSpPr>
        <p:spPr>
          <a:xfrm>
            <a:off x="10045583" y="4190344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121" name="Shape 40">
            <a:extLst>
              <a:ext uri="{FF2B5EF4-FFF2-40B4-BE49-F238E27FC236}">
                <a16:creationId xmlns:a16="http://schemas.microsoft.com/office/drawing/2014/main" id="{2D9F81D8-D6C1-AED5-F95A-C5E0FEDA0EF4}"/>
              </a:ext>
            </a:extLst>
          </p:cNvPr>
          <p:cNvSpPr/>
          <p:nvPr/>
        </p:nvSpPr>
        <p:spPr>
          <a:xfrm>
            <a:off x="10188679" y="4144624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A6752E"/>
            </a:solidFill>
            <a:prstDash val="sys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Text 41">
            <a:extLst>
              <a:ext uri="{FF2B5EF4-FFF2-40B4-BE49-F238E27FC236}">
                <a16:creationId xmlns:a16="http://schemas.microsoft.com/office/drawing/2014/main" id="{6518BC5A-7C5F-805B-723C-D87A8772D1A5}"/>
              </a:ext>
            </a:extLst>
          </p:cNvPr>
          <p:cNvSpPr/>
          <p:nvPr/>
        </p:nvSpPr>
        <p:spPr>
          <a:xfrm>
            <a:off x="10206967" y="4172056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3</a:t>
            </a:r>
            <a:endParaRPr lang="en-US" sz="750" dirty="0"/>
          </a:p>
        </p:txBody>
      </p:sp>
      <p:sp>
        <p:nvSpPr>
          <p:cNvPr id="125" name="Shape 42">
            <a:extLst>
              <a:ext uri="{FF2B5EF4-FFF2-40B4-BE49-F238E27FC236}">
                <a16:creationId xmlns:a16="http://schemas.microsoft.com/office/drawing/2014/main" id="{0FAACFDB-321F-C819-C348-F0EF7F3A2494}"/>
              </a:ext>
            </a:extLst>
          </p:cNvPr>
          <p:cNvSpPr/>
          <p:nvPr/>
        </p:nvSpPr>
        <p:spPr>
          <a:xfrm>
            <a:off x="10528948" y="4144624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6F8F7"/>
          </a:solidFill>
          <a:ln w="6350">
            <a:solidFill>
              <a:srgbClr val="EEF2F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Text 43">
            <a:extLst>
              <a:ext uri="{FF2B5EF4-FFF2-40B4-BE49-F238E27FC236}">
                <a16:creationId xmlns:a16="http://schemas.microsoft.com/office/drawing/2014/main" id="{07478D98-F8DA-C29A-6171-3688AEC3228C}"/>
              </a:ext>
            </a:extLst>
          </p:cNvPr>
          <p:cNvSpPr/>
          <p:nvPr/>
        </p:nvSpPr>
        <p:spPr>
          <a:xfrm>
            <a:off x="10547236" y="4172056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8DFDD"/>
                </a:solidFill>
              </a:rPr>
              <a:t>4</a:t>
            </a:r>
          </a:p>
        </p:txBody>
      </p:sp>
      <p:sp>
        <p:nvSpPr>
          <p:cNvPr id="129" name="Shape 44">
            <a:extLst>
              <a:ext uri="{FF2B5EF4-FFF2-40B4-BE49-F238E27FC236}">
                <a16:creationId xmlns:a16="http://schemas.microsoft.com/office/drawing/2014/main" id="{B68FDB7A-9A04-1EE2-71F6-D74EB351CCF2}"/>
              </a:ext>
            </a:extLst>
          </p:cNvPr>
          <p:cNvSpPr/>
          <p:nvPr/>
        </p:nvSpPr>
        <p:spPr>
          <a:xfrm>
            <a:off x="8428894" y="4499188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6F8F7"/>
          </a:solidFill>
          <a:ln w="6350">
            <a:solidFill>
              <a:srgbClr val="EEF2F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1" name="Text 45">
            <a:extLst>
              <a:ext uri="{FF2B5EF4-FFF2-40B4-BE49-F238E27FC236}">
                <a16:creationId xmlns:a16="http://schemas.microsoft.com/office/drawing/2014/main" id="{76A6A91D-5A35-B546-7E94-6EE5140955A2}"/>
              </a:ext>
            </a:extLst>
          </p:cNvPr>
          <p:cNvSpPr/>
          <p:nvPr/>
        </p:nvSpPr>
        <p:spPr>
          <a:xfrm>
            <a:off x="8437690" y="4526620"/>
            <a:ext cx="270842" cy="148963"/>
          </a:xfrm>
          <a:prstGeom prst="rect">
            <a:avLst/>
          </a:prstGeom>
          <a:solidFill>
            <a:srgbClr val="F6F8F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8DFDD"/>
                </a:solidFill>
              </a:rPr>
              <a:t>5</a:t>
            </a:r>
          </a:p>
        </p:txBody>
      </p:sp>
      <p:sp>
        <p:nvSpPr>
          <p:cNvPr id="133" name="Shape 47">
            <a:extLst>
              <a:ext uri="{FF2B5EF4-FFF2-40B4-BE49-F238E27FC236}">
                <a16:creationId xmlns:a16="http://schemas.microsoft.com/office/drawing/2014/main" id="{553D7A71-4C7A-0429-284E-356095EEBD6D}"/>
              </a:ext>
            </a:extLst>
          </p:cNvPr>
          <p:cNvSpPr/>
          <p:nvPr/>
        </p:nvSpPr>
        <p:spPr>
          <a:xfrm>
            <a:off x="8773869" y="4497684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A6752E"/>
            </a:solidFill>
            <a:prstDash val="sys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6" name="Text 48">
            <a:extLst>
              <a:ext uri="{FF2B5EF4-FFF2-40B4-BE49-F238E27FC236}">
                <a16:creationId xmlns:a16="http://schemas.microsoft.com/office/drawing/2014/main" id="{53D8F5FF-D14B-E1BF-89C4-A3571D97D95A}"/>
              </a:ext>
            </a:extLst>
          </p:cNvPr>
          <p:cNvSpPr/>
          <p:nvPr/>
        </p:nvSpPr>
        <p:spPr>
          <a:xfrm>
            <a:off x="8792157" y="4521306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/>
              <a:t>6</a:t>
            </a:r>
          </a:p>
        </p:txBody>
      </p:sp>
      <p:sp>
        <p:nvSpPr>
          <p:cNvPr id="140" name="Shape 49">
            <a:extLst>
              <a:ext uri="{FF2B5EF4-FFF2-40B4-BE49-F238E27FC236}">
                <a16:creationId xmlns:a16="http://schemas.microsoft.com/office/drawing/2014/main" id="{9DD40BF5-AD64-7895-4EFE-C29C90167322}"/>
              </a:ext>
            </a:extLst>
          </p:cNvPr>
          <p:cNvSpPr/>
          <p:nvPr/>
        </p:nvSpPr>
        <p:spPr>
          <a:xfrm>
            <a:off x="8987893" y="4539594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4" name="Shape 50">
            <a:extLst>
              <a:ext uri="{FF2B5EF4-FFF2-40B4-BE49-F238E27FC236}">
                <a16:creationId xmlns:a16="http://schemas.microsoft.com/office/drawing/2014/main" id="{9FB57089-5B5B-DA92-F06E-DC8A4CEAF668}"/>
              </a:ext>
            </a:extLst>
          </p:cNvPr>
          <p:cNvSpPr/>
          <p:nvPr/>
        </p:nvSpPr>
        <p:spPr>
          <a:xfrm>
            <a:off x="9124561" y="4497498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A6752E"/>
            </a:solidFill>
            <a:prstDash val="sys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8" name="Text 51">
            <a:extLst>
              <a:ext uri="{FF2B5EF4-FFF2-40B4-BE49-F238E27FC236}">
                <a16:creationId xmlns:a16="http://schemas.microsoft.com/office/drawing/2014/main" id="{8E35EA28-599F-F6BD-E9C3-8401EFD167ED}"/>
              </a:ext>
            </a:extLst>
          </p:cNvPr>
          <p:cNvSpPr/>
          <p:nvPr/>
        </p:nvSpPr>
        <p:spPr>
          <a:xfrm>
            <a:off x="9142849" y="4524930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70</a:t>
            </a:r>
            <a:endParaRPr lang="en-US" sz="750" dirty="0"/>
          </a:p>
        </p:txBody>
      </p:sp>
      <p:sp>
        <p:nvSpPr>
          <p:cNvPr id="152" name="Shape 52">
            <a:extLst>
              <a:ext uri="{FF2B5EF4-FFF2-40B4-BE49-F238E27FC236}">
                <a16:creationId xmlns:a16="http://schemas.microsoft.com/office/drawing/2014/main" id="{CD1ABEB0-FBF6-2ACB-0232-4B6DEA16F86A}"/>
              </a:ext>
            </a:extLst>
          </p:cNvPr>
          <p:cNvSpPr/>
          <p:nvPr/>
        </p:nvSpPr>
        <p:spPr>
          <a:xfrm>
            <a:off x="9345733" y="4543218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6" name="Shape 16">
            <a:extLst>
              <a:ext uri="{FF2B5EF4-FFF2-40B4-BE49-F238E27FC236}">
                <a16:creationId xmlns:a16="http://schemas.microsoft.com/office/drawing/2014/main" id="{687A116A-FA99-2204-B21D-44430DFC069A}"/>
              </a:ext>
            </a:extLst>
          </p:cNvPr>
          <p:cNvSpPr/>
          <p:nvPr/>
        </p:nvSpPr>
        <p:spPr>
          <a:xfrm flipH="1">
            <a:off x="8985557" y="5949457"/>
            <a:ext cx="45719" cy="45719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0" name="Text 17">
            <a:extLst>
              <a:ext uri="{FF2B5EF4-FFF2-40B4-BE49-F238E27FC236}">
                <a16:creationId xmlns:a16="http://schemas.microsoft.com/office/drawing/2014/main" id="{707F6788-0A6E-1FD0-4AED-85C2316FF8A8}"/>
              </a:ext>
            </a:extLst>
          </p:cNvPr>
          <p:cNvSpPr/>
          <p:nvPr/>
        </p:nvSpPr>
        <p:spPr>
          <a:xfrm>
            <a:off x="9071413" y="5895711"/>
            <a:ext cx="297927" cy="153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b="1" dirty="0">
                <a:solidFill>
                  <a:srgbClr val="D8DFD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正常</a:t>
            </a:r>
            <a:endParaRPr lang="en-US" sz="500" b="1" dirty="0">
              <a:solidFill>
                <a:srgbClr val="D8DFD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3" name="Shape 19">
            <a:extLst>
              <a:ext uri="{FF2B5EF4-FFF2-40B4-BE49-F238E27FC236}">
                <a16:creationId xmlns:a16="http://schemas.microsoft.com/office/drawing/2014/main" id="{62CD59FC-8C40-28BF-D990-A2F1200F92D5}"/>
              </a:ext>
            </a:extLst>
          </p:cNvPr>
          <p:cNvSpPr/>
          <p:nvPr/>
        </p:nvSpPr>
        <p:spPr>
          <a:xfrm flipH="1">
            <a:off x="9322263" y="5951336"/>
            <a:ext cx="45719" cy="45719"/>
          </a:xfrm>
          <a:prstGeom prst="ellipse">
            <a:avLst/>
          </a:prstGeom>
          <a:solidFill>
            <a:srgbClr val="A6752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5" name="Text 20">
            <a:extLst>
              <a:ext uri="{FF2B5EF4-FFF2-40B4-BE49-F238E27FC236}">
                <a16:creationId xmlns:a16="http://schemas.microsoft.com/office/drawing/2014/main" id="{B73F9C66-72CB-DDFE-54B4-C3B977F899E2}"/>
              </a:ext>
            </a:extLst>
          </p:cNvPr>
          <p:cNvSpPr/>
          <p:nvPr/>
        </p:nvSpPr>
        <p:spPr>
          <a:xfrm>
            <a:off x="9405327" y="5893705"/>
            <a:ext cx="423847" cy="151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b="1" dirty="0">
                <a:solidFill>
                  <a:srgbClr val="D8DFD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遲到／早退</a:t>
            </a:r>
            <a:endParaRPr lang="en-US" sz="500" b="1" dirty="0">
              <a:solidFill>
                <a:srgbClr val="D8DFD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7" name="Shape 25">
            <a:extLst>
              <a:ext uri="{FF2B5EF4-FFF2-40B4-BE49-F238E27FC236}">
                <a16:creationId xmlns:a16="http://schemas.microsoft.com/office/drawing/2014/main" id="{B838DD33-D522-D086-39EA-1CF13B0F063F}"/>
              </a:ext>
            </a:extLst>
          </p:cNvPr>
          <p:cNvSpPr/>
          <p:nvPr/>
        </p:nvSpPr>
        <p:spPr>
          <a:xfrm flipH="1">
            <a:off x="9819934" y="5947934"/>
            <a:ext cx="45719" cy="45719"/>
          </a:xfrm>
          <a:prstGeom prst="ellipse">
            <a:avLst/>
          </a:prstGeom>
          <a:solidFill>
            <a:srgbClr val="D8DFD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9" name="Text 26">
            <a:extLst>
              <a:ext uri="{FF2B5EF4-FFF2-40B4-BE49-F238E27FC236}">
                <a16:creationId xmlns:a16="http://schemas.microsoft.com/office/drawing/2014/main" id="{41FC1216-34E5-6C90-A2A9-7F62A9728CD5}"/>
              </a:ext>
            </a:extLst>
          </p:cNvPr>
          <p:cNvSpPr/>
          <p:nvPr/>
        </p:nvSpPr>
        <p:spPr>
          <a:xfrm>
            <a:off x="9909411" y="5893461"/>
            <a:ext cx="249328" cy="15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b="1" dirty="0" err="1">
                <a:solidFill>
                  <a:srgbClr val="D8DFD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Space Grotesk" pitchFamily="34" charset="-120"/>
              </a:rPr>
              <a:t>未打卡</a:t>
            </a:r>
            <a:endParaRPr lang="en-US" sz="500" b="1" dirty="0">
              <a:solidFill>
                <a:srgbClr val="D8DFD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1" name="Shape 34">
            <a:extLst>
              <a:ext uri="{FF2B5EF4-FFF2-40B4-BE49-F238E27FC236}">
                <a16:creationId xmlns:a16="http://schemas.microsoft.com/office/drawing/2014/main" id="{BB521497-F191-3902-39A0-918C655FF8A4}"/>
              </a:ext>
            </a:extLst>
          </p:cNvPr>
          <p:cNvSpPr/>
          <p:nvPr/>
        </p:nvSpPr>
        <p:spPr>
          <a:xfrm>
            <a:off x="9488565" y="4497498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3" name="Text 35">
            <a:extLst>
              <a:ext uri="{FF2B5EF4-FFF2-40B4-BE49-F238E27FC236}">
                <a16:creationId xmlns:a16="http://schemas.microsoft.com/office/drawing/2014/main" id="{9B606510-06CE-C722-2C76-862FEB40667E}"/>
              </a:ext>
            </a:extLst>
          </p:cNvPr>
          <p:cNvSpPr/>
          <p:nvPr/>
        </p:nvSpPr>
        <p:spPr>
          <a:xfrm>
            <a:off x="9506853" y="4524930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/>
              <a:t>8</a:t>
            </a:r>
          </a:p>
        </p:txBody>
      </p:sp>
      <p:sp>
        <p:nvSpPr>
          <p:cNvPr id="175" name="Shape 36">
            <a:extLst>
              <a:ext uri="{FF2B5EF4-FFF2-40B4-BE49-F238E27FC236}">
                <a16:creationId xmlns:a16="http://schemas.microsoft.com/office/drawing/2014/main" id="{297D7646-07C4-B8BA-C9F1-520384048FC5}"/>
              </a:ext>
            </a:extLst>
          </p:cNvPr>
          <p:cNvSpPr/>
          <p:nvPr/>
        </p:nvSpPr>
        <p:spPr>
          <a:xfrm>
            <a:off x="9704974" y="4543218"/>
            <a:ext cx="47397" cy="47397"/>
          </a:xfrm>
          <a:prstGeom prst="ellipse">
            <a:avLst/>
          </a:prstGeom>
          <a:solidFill>
            <a:srgbClr val="A6752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7" name="Shape 37">
            <a:extLst>
              <a:ext uri="{FF2B5EF4-FFF2-40B4-BE49-F238E27FC236}">
                <a16:creationId xmlns:a16="http://schemas.microsoft.com/office/drawing/2014/main" id="{70ABC08D-7102-C3D0-A04E-95C6D4073C25}"/>
              </a:ext>
            </a:extLst>
          </p:cNvPr>
          <p:cNvSpPr/>
          <p:nvPr/>
        </p:nvSpPr>
        <p:spPr>
          <a:xfrm>
            <a:off x="9838744" y="4497254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A6752E"/>
            </a:solidFill>
            <a:prstDash val="sys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9" name="Text 38">
            <a:extLst>
              <a:ext uri="{FF2B5EF4-FFF2-40B4-BE49-F238E27FC236}">
                <a16:creationId xmlns:a16="http://schemas.microsoft.com/office/drawing/2014/main" id="{DB07357C-DEF1-7C96-AD8F-53EAF1B5FC25}"/>
              </a:ext>
            </a:extLst>
          </p:cNvPr>
          <p:cNvSpPr/>
          <p:nvPr/>
        </p:nvSpPr>
        <p:spPr>
          <a:xfrm>
            <a:off x="9857032" y="4524686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9</a:t>
            </a:r>
            <a:endParaRPr lang="en-US" sz="750" dirty="0"/>
          </a:p>
        </p:txBody>
      </p:sp>
      <p:sp>
        <p:nvSpPr>
          <p:cNvPr id="181" name="Shape 39">
            <a:extLst>
              <a:ext uri="{FF2B5EF4-FFF2-40B4-BE49-F238E27FC236}">
                <a16:creationId xmlns:a16="http://schemas.microsoft.com/office/drawing/2014/main" id="{52B9C325-E4C1-2FE6-A02C-AF630BE627CF}"/>
              </a:ext>
            </a:extLst>
          </p:cNvPr>
          <p:cNvSpPr/>
          <p:nvPr/>
        </p:nvSpPr>
        <p:spPr>
          <a:xfrm>
            <a:off x="10055153" y="4542974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183" name="Shape 40">
            <a:extLst>
              <a:ext uri="{FF2B5EF4-FFF2-40B4-BE49-F238E27FC236}">
                <a16:creationId xmlns:a16="http://schemas.microsoft.com/office/drawing/2014/main" id="{3E98750E-0E8D-D318-533C-63D3EE6807F8}"/>
              </a:ext>
            </a:extLst>
          </p:cNvPr>
          <p:cNvSpPr/>
          <p:nvPr/>
        </p:nvSpPr>
        <p:spPr>
          <a:xfrm>
            <a:off x="10198249" y="4497254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A6752E"/>
            </a:solidFill>
            <a:prstDash val="sys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5" name="Text 41">
            <a:extLst>
              <a:ext uri="{FF2B5EF4-FFF2-40B4-BE49-F238E27FC236}">
                <a16:creationId xmlns:a16="http://schemas.microsoft.com/office/drawing/2014/main" id="{D7BBF5D6-3BEA-1156-FCC0-2D416A85DE3E}"/>
              </a:ext>
            </a:extLst>
          </p:cNvPr>
          <p:cNvSpPr/>
          <p:nvPr/>
        </p:nvSpPr>
        <p:spPr>
          <a:xfrm>
            <a:off x="10216537" y="4524686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10</a:t>
            </a:r>
            <a:endParaRPr lang="en-US" sz="750" dirty="0"/>
          </a:p>
        </p:txBody>
      </p:sp>
      <p:sp>
        <p:nvSpPr>
          <p:cNvPr id="187" name="Shape 42">
            <a:extLst>
              <a:ext uri="{FF2B5EF4-FFF2-40B4-BE49-F238E27FC236}">
                <a16:creationId xmlns:a16="http://schemas.microsoft.com/office/drawing/2014/main" id="{2AF90B37-5A53-F98E-775B-1E8ACF067595}"/>
              </a:ext>
            </a:extLst>
          </p:cNvPr>
          <p:cNvSpPr/>
          <p:nvPr/>
        </p:nvSpPr>
        <p:spPr>
          <a:xfrm>
            <a:off x="10538518" y="4497254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6F8F7"/>
          </a:solidFill>
          <a:ln w="6350">
            <a:solidFill>
              <a:srgbClr val="EEF2F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9" name="Text 43">
            <a:extLst>
              <a:ext uri="{FF2B5EF4-FFF2-40B4-BE49-F238E27FC236}">
                <a16:creationId xmlns:a16="http://schemas.microsoft.com/office/drawing/2014/main" id="{E2E5984B-98F1-8075-AEE1-945DF0358C6B}"/>
              </a:ext>
            </a:extLst>
          </p:cNvPr>
          <p:cNvSpPr/>
          <p:nvPr/>
        </p:nvSpPr>
        <p:spPr>
          <a:xfrm>
            <a:off x="10556806" y="4524686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8DFDD"/>
                </a:solidFill>
                <a:latin typeface="Space Grotesk" pitchFamily="34" charset="0"/>
                <a:ea typeface="Space Grotesk" pitchFamily="34" charset="-122"/>
              </a:rPr>
              <a:t>11</a:t>
            </a:r>
            <a:endParaRPr lang="en-US" sz="750" dirty="0">
              <a:solidFill>
                <a:srgbClr val="D8DFDD"/>
              </a:solidFill>
            </a:endParaRPr>
          </a:p>
        </p:txBody>
      </p:sp>
      <p:sp>
        <p:nvSpPr>
          <p:cNvPr id="192" name="Shape 44">
            <a:extLst>
              <a:ext uri="{FF2B5EF4-FFF2-40B4-BE49-F238E27FC236}">
                <a16:creationId xmlns:a16="http://schemas.microsoft.com/office/drawing/2014/main" id="{5FA56FC9-08F7-EEE7-B197-159931004D8D}"/>
              </a:ext>
            </a:extLst>
          </p:cNvPr>
          <p:cNvSpPr/>
          <p:nvPr/>
        </p:nvSpPr>
        <p:spPr>
          <a:xfrm>
            <a:off x="8428894" y="4848241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6F8F7"/>
          </a:solidFill>
          <a:ln w="6350">
            <a:solidFill>
              <a:srgbClr val="EEF2F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5" name="Text 45">
            <a:extLst>
              <a:ext uri="{FF2B5EF4-FFF2-40B4-BE49-F238E27FC236}">
                <a16:creationId xmlns:a16="http://schemas.microsoft.com/office/drawing/2014/main" id="{55ECBFD3-417B-A60C-6E16-AEE0F756F214}"/>
              </a:ext>
            </a:extLst>
          </p:cNvPr>
          <p:cNvSpPr/>
          <p:nvPr/>
        </p:nvSpPr>
        <p:spPr>
          <a:xfrm>
            <a:off x="8437690" y="4875673"/>
            <a:ext cx="270842" cy="148963"/>
          </a:xfrm>
          <a:prstGeom prst="rect">
            <a:avLst/>
          </a:prstGeom>
          <a:solidFill>
            <a:srgbClr val="F6F8F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8DFDD"/>
                </a:solidFill>
                <a:latin typeface="Space Grotesk" pitchFamily="34" charset="0"/>
                <a:ea typeface="Space Grotesk" pitchFamily="34" charset="-122"/>
              </a:rPr>
              <a:t>12</a:t>
            </a:r>
            <a:endParaRPr lang="en-US" sz="750" dirty="0">
              <a:solidFill>
                <a:srgbClr val="D8DFDD"/>
              </a:solidFill>
            </a:endParaRPr>
          </a:p>
        </p:txBody>
      </p:sp>
      <p:sp>
        <p:nvSpPr>
          <p:cNvPr id="198" name="Shape 47">
            <a:extLst>
              <a:ext uri="{FF2B5EF4-FFF2-40B4-BE49-F238E27FC236}">
                <a16:creationId xmlns:a16="http://schemas.microsoft.com/office/drawing/2014/main" id="{FA746F3B-3695-F792-1086-7F17F1DBBC6F}"/>
              </a:ext>
            </a:extLst>
          </p:cNvPr>
          <p:cNvSpPr/>
          <p:nvPr/>
        </p:nvSpPr>
        <p:spPr>
          <a:xfrm>
            <a:off x="8773869" y="4846737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2" name="Text 48">
            <a:extLst>
              <a:ext uri="{FF2B5EF4-FFF2-40B4-BE49-F238E27FC236}">
                <a16:creationId xmlns:a16="http://schemas.microsoft.com/office/drawing/2014/main" id="{3DEEB87D-1D94-3DA1-CF47-D372DB37C76B}"/>
              </a:ext>
            </a:extLst>
          </p:cNvPr>
          <p:cNvSpPr/>
          <p:nvPr/>
        </p:nvSpPr>
        <p:spPr>
          <a:xfrm>
            <a:off x="8792157" y="4870359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/>
              <a:t>13</a:t>
            </a:r>
          </a:p>
        </p:txBody>
      </p:sp>
      <p:sp>
        <p:nvSpPr>
          <p:cNvPr id="205" name="Shape 49">
            <a:extLst>
              <a:ext uri="{FF2B5EF4-FFF2-40B4-BE49-F238E27FC236}">
                <a16:creationId xmlns:a16="http://schemas.microsoft.com/office/drawing/2014/main" id="{1210379D-C839-25AA-A62B-3A0EA1F889E7}"/>
              </a:ext>
            </a:extLst>
          </p:cNvPr>
          <p:cNvSpPr/>
          <p:nvPr/>
        </p:nvSpPr>
        <p:spPr>
          <a:xfrm>
            <a:off x="8987893" y="4888647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9" name="Shape 50">
            <a:extLst>
              <a:ext uri="{FF2B5EF4-FFF2-40B4-BE49-F238E27FC236}">
                <a16:creationId xmlns:a16="http://schemas.microsoft.com/office/drawing/2014/main" id="{E9672546-F41B-C3F7-4AEE-CDAA8635B862}"/>
              </a:ext>
            </a:extLst>
          </p:cNvPr>
          <p:cNvSpPr/>
          <p:nvPr/>
        </p:nvSpPr>
        <p:spPr>
          <a:xfrm>
            <a:off x="9124561" y="4846551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211" name="Text 51">
            <a:extLst>
              <a:ext uri="{FF2B5EF4-FFF2-40B4-BE49-F238E27FC236}">
                <a16:creationId xmlns:a16="http://schemas.microsoft.com/office/drawing/2014/main" id="{33F9A4C9-68FC-9D90-325A-5AD09A5997A1}"/>
              </a:ext>
            </a:extLst>
          </p:cNvPr>
          <p:cNvSpPr/>
          <p:nvPr/>
        </p:nvSpPr>
        <p:spPr>
          <a:xfrm>
            <a:off x="9142849" y="4873983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</a:t>
            </a:r>
            <a:endParaRPr lang="en-US" sz="750" dirty="0"/>
          </a:p>
        </p:txBody>
      </p:sp>
      <p:sp>
        <p:nvSpPr>
          <p:cNvPr id="213" name="Shape 52">
            <a:extLst>
              <a:ext uri="{FF2B5EF4-FFF2-40B4-BE49-F238E27FC236}">
                <a16:creationId xmlns:a16="http://schemas.microsoft.com/office/drawing/2014/main" id="{12D357A3-EFFC-3683-17FE-B4F4F6052C49}"/>
              </a:ext>
            </a:extLst>
          </p:cNvPr>
          <p:cNvSpPr/>
          <p:nvPr/>
        </p:nvSpPr>
        <p:spPr>
          <a:xfrm>
            <a:off x="9345733" y="4892271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5" name="Shape 34">
            <a:extLst>
              <a:ext uri="{FF2B5EF4-FFF2-40B4-BE49-F238E27FC236}">
                <a16:creationId xmlns:a16="http://schemas.microsoft.com/office/drawing/2014/main" id="{E5A591C8-EB5F-0B85-75DD-D1CDC729E596}"/>
              </a:ext>
            </a:extLst>
          </p:cNvPr>
          <p:cNvSpPr/>
          <p:nvPr/>
        </p:nvSpPr>
        <p:spPr>
          <a:xfrm>
            <a:off x="9488565" y="4846551"/>
            <a:ext cx="297926" cy="284384"/>
          </a:xfrm>
          <a:prstGeom prst="roundRect">
            <a:avLst>
              <a:gd name="adj" fmla="val 9524"/>
            </a:avLst>
          </a:prstGeom>
          <a:solidFill>
            <a:srgbClr val="EEF2F1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7" name="Text 35">
            <a:extLst>
              <a:ext uri="{FF2B5EF4-FFF2-40B4-BE49-F238E27FC236}">
                <a16:creationId xmlns:a16="http://schemas.microsoft.com/office/drawing/2014/main" id="{EB46A856-BA38-0A8C-8DAB-A2DB621BA37C}"/>
              </a:ext>
            </a:extLst>
          </p:cNvPr>
          <p:cNvSpPr/>
          <p:nvPr/>
        </p:nvSpPr>
        <p:spPr>
          <a:xfrm>
            <a:off x="9506853" y="4873983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/>
              <a:t>15</a:t>
            </a:r>
          </a:p>
        </p:txBody>
      </p:sp>
      <p:sp>
        <p:nvSpPr>
          <p:cNvPr id="219" name="Shape 36">
            <a:extLst>
              <a:ext uri="{FF2B5EF4-FFF2-40B4-BE49-F238E27FC236}">
                <a16:creationId xmlns:a16="http://schemas.microsoft.com/office/drawing/2014/main" id="{291F8811-6AD2-1C8D-EAE8-93BC55BC2703}"/>
              </a:ext>
            </a:extLst>
          </p:cNvPr>
          <p:cNvSpPr/>
          <p:nvPr/>
        </p:nvSpPr>
        <p:spPr>
          <a:xfrm>
            <a:off x="9704974" y="4892271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1" name="Shape 37">
            <a:extLst>
              <a:ext uri="{FF2B5EF4-FFF2-40B4-BE49-F238E27FC236}">
                <a16:creationId xmlns:a16="http://schemas.microsoft.com/office/drawing/2014/main" id="{A89DE48D-1A8B-E390-8BC6-F944A5BEF3FD}"/>
              </a:ext>
            </a:extLst>
          </p:cNvPr>
          <p:cNvSpPr/>
          <p:nvPr/>
        </p:nvSpPr>
        <p:spPr>
          <a:xfrm>
            <a:off x="9838744" y="4846307"/>
            <a:ext cx="297926" cy="284384"/>
          </a:xfrm>
          <a:prstGeom prst="roundRect">
            <a:avLst>
              <a:gd name="adj" fmla="val 9524"/>
            </a:avLst>
          </a:prstGeom>
          <a:solidFill>
            <a:srgbClr val="EEF2F1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3" name="Text 38">
            <a:extLst>
              <a:ext uri="{FF2B5EF4-FFF2-40B4-BE49-F238E27FC236}">
                <a16:creationId xmlns:a16="http://schemas.microsoft.com/office/drawing/2014/main" id="{FDEDCFAC-B19F-E939-F5BB-A7370A7F4E31}"/>
              </a:ext>
            </a:extLst>
          </p:cNvPr>
          <p:cNvSpPr/>
          <p:nvPr/>
        </p:nvSpPr>
        <p:spPr>
          <a:xfrm>
            <a:off x="9857032" y="4873739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16</a:t>
            </a:r>
            <a:endParaRPr lang="en-US" sz="750" dirty="0"/>
          </a:p>
        </p:txBody>
      </p:sp>
      <p:sp>
        <p:nvSpPr>
          <p:cNvPr id="225" name="Shape 39">
            <a:extLst>
              <a:ext uri="{FF2B5EF4-FFF2-40B4-BE49-F238E27FC236}">
                <a16:creationId xmlns:a16="http://schemas.microsoft.com/office/drawing/2014/main" id="{9407D827-DEA8-9F91-A2B2-55A651EB3344}"/>
              </a:ext>
            </a:extLst>
          </p:cNvPr>
          <p:cNvSpPr/>
          <p:nvPr/>
        </p:nvSpPr>
        <p:spPr>
          <a:xfrm>
            <a:off x="10055153" y="4892027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227" name="Shape 40">
            <a:extLst>
              <a:ext uri="{FF2B5EF4-FFF2-40B4-BE49-F238E27FC236}">
                <a16:creationId xmlns:a16="http://schemas.microsoft.com/office/drawing/2014/main" id="{289749A9-8170-070C-F622-B42CA0098FD5}"/>
              </a:ext>
            </a:extLst>
          </p:cNvPr>
          <p:cNvSpPr/>
          <p:nvPr/>
        </p:nvSpPr>
        <p:spPr>
          <a:xfrm>
            <a:off x="10198249" y="4846307"/>
            <a:ext cx="297926" cy="284384"/>
          </a:xfrm>
          <a:prstGeom prst="roundRect">
            <a:avLst>
              <a:gd name="adj" fmla="val 9524"/>
            </a:avLst>
          </a:prstGeom>
          <a:solidFill>
            <a:srgbClr val="EEF2F1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9" name="Text 41">
            <a:extLst>
              <a:ext uri="{FF2B5EF4-FFF2-40B4-BE49-F238E27FC236}">
                <a16:creationId xmlns:a16="http://schemas.microsoft.com/office/drawing/2014/main" id="{9CFE32C9-0396-E50F-74DB-044C8F928C47}"/>
              </a:ext>
            </a:extLst>
          </p:cNvPr>
          <p:cNvSpPr/>
          <p:nvPr/>
        </p:nvSpPr>
        <p:spPr>
          <a:xfrm>
            <a:off x="10216537" y="4873739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17</a:t>
            </a:r>
            <a:endParaRPr lang="en-US" sz="750" dirty="0"/>
          </a:p>
        </p:txBody>
      </p:sp>
      <p:sp>
        <p:nvSpPr>
          <p:cNvPr id="231" name="Shape 42">
            <a:extLst>
              <a:ext uri="{FF2B5EF4-FFF2-40B4-BE49-F238E27FC236}">
                <a16:creationId xmlns:a16="http://schemas.microsoft.com/office/drawing/2014/main" id="{320A1A99-EB3D-57D2-DB90-29F756DBDA12}"/>
              </a:ext>
            </a:extLst>
          </p:cNvPr>
          <p:cNvSpPr/>
          <p:nvPr/>
        </p:nvSpPr>
        <p:spPr>
          <a:xfrm>
            <a:off x="10538518" y="4846307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6F8F7"/>
          </a:solidFill>
          <a:ln w="6350">
            <a:solidFill>
              <a:srgbClr val="EEF2F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3" name="Text 43">
            <a:extLst>
              <a:ext uri="{FF2B5EF4-FFF2-40B4-BE49-F238E27FC236}">
                <a16:creationId xmlns:a16="http://schemas.microsoft.com/office/drawing/2014/main" id="{35871EF9-BBFC-076C-B959-C7B9AE522A1E}"/>
              </a:ext>
            </a:extLst>
          </p:cNvPr>
          <p:cNvSpPr/>
          <p:nvPr/>
        </p:nvSpPr>
        <p:spPr>
          <a:xfrm>
            <a:off x="10556806" y="4873739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8DFDD"/>
                </a:solidFill>
                <a:latin typeface="Space Grotesk" pitchFamily="34" charset="0"/>
                <a:ea typeface="Space Grotesk" pitchFamily="34" charset="-122"/>
              </a:rPr>
              <a:t>18</a:t>
            </a:r>
            <a:endParaRPr lang="en-US" sz="750" dirty="0">
              <a:solidFill>
                <a:srgbClr val="D8DFDD"/>
              </a:solidFill>
            </a:endParaRPr>
          </a:p>
        </p:txBody>
      </p:sp>
      <p:sp>
        <p:nvSpPr>
          <p:cNvPr id="235" name="Shape 44">
            <a:extLst>
              <a:ext uri="{FF2B5EF4-FFF2-40B4-BE49-F238E27FC236}">
                <a16:creationId xmlns:a16="http://schemas.microsoft.com/office/drawing/2014/main" id="{1EC446C8-8943-6E31-E8EA-836268E34231}"/>
              </a:ext>
            </a:extLst>
          </p:cNvPr>
          <p:cNvSpPr/>
          <p:nvPr/>
        </p:nvSpPr>
        <p:spPr>
          <a:xfrm>
            <a:off x="8427326" y="5205030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6F8F7"/>
          </a:solidFill>
          <a:ln w="6350">
            <a:solidFill>
              <a:srgbClr val="EEF2F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7" name="Text 45">
            <a:extLst>
              <a:ext uri="{FF2B5EF4-FFF2-40B4-BE49-F238E27FC236}">
                <a16:creationId xmlns:a16="http://schemas.microsoft.com/office/drawing/2014/main" id="{09536514-5C57-86BC-6EC2-ABD9C6A106AF}"/>
              </a:ext>
            </a:extLst>
          </p:cNvPr>
          <p:cNvSpPr/>
          <p:nvPr/>
        </p:nvSpPr>
        <p:spPr>
          <a:xfrm>
            <a:off x="8436122" y="5232462"/>
            <a:ext cx="270842" cy="148963"/>
          </a:xfrm>
          <a:prstGeom prst="rect">
            <a:avLst/>
          </a:prstGeom>
          <a:solidFill>
            <a:srgbClr val="F6F8F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8DFDD"/>
                </a:solidFill>
              </a:rPr>
              <a:t>19</a:t>
            </a:r>
          </a:p>
        </p:txBody>
      </p:sp>
      <p:sp>
        <p:nvSpPr>
          <p:cNvPr id="239" name="Shape 47">
            <a:extLst>
              <a:ext uri="{FF2B5EF4-FFF2-40B4-BE49-F238E27FC236}">
                <a16:creationId xmlns:a16="http://schemas.microsoft.com/office/drawing/2014/main" id="{9E4A6F84-C2DF-CEBF-AE67-98E31C440FB3}"/>
              </a:ext>
            </a:extLst>
          </p:cNvPr>
          <p:cNvSpPr/>
          <p:nvPr/>
        </p:nvSpPr>
        <p:spPr>
          <a:xfrm>
            <a:off x="8772301" y="5203526"/>
            <a:ext cx="297926" cy="284384"/>
          </a:xfrm>
          <a:prstGeom prst="roundRect">
            <a:avLst>
              <a:gd name="adj" fmla="val 9524"/>
            </a:avLst>
          </a:prstGeom>
          <a:solidFill>
            <a:srgbClr val="EEF2F1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1" name="Text 48">
            <a:extLst>
              <a:ext uri="{FF2B5EF4-FFF2-40B4-BE49-F238E27FC236}">
                <a16:creationId xmlns:a16="http://schemas.microsoft.com/office/drawing/2014/main" id="{FAD90CA3-15DE-87F8-81AB-0CDFD6BB9BE6}"/>
              </a:ext>
            </a:extLst>
          </p:cNvPr>
          <p:cNvSpPr/>
          <p:nvPr/>
        </p:nvSpPr>
        <p:spPr>
          <a:xfrm>
            <a:off x="8790589" y="5227148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20</a:t>
            </a:r>
            <a:endParaRPr lang="en-US" sz="750" dirty="0"/>
          </a:p>
        </p:txBody>
      </p:sp>
      <p:sp>
        <p:nvSpPr>
          <p:cNvPr id="243" name="Shape 49">
            <a:extLst>
              <a:ext uri="{FF2B5EF4-FFF2-40B4-BE49-F238E27FC236}">
                <a16:creationId xmlns:a16="http://schemas.microsoft.com/office/drawing/2014/main" id="{B0E83585-ECA9-CFE2-F813-BF96E9CA54E5}"/>
              </a:ext>
            </a:extLst>
          </p:cNvPr>
          <p:cNvSpPr/>
          <p:nvPr/>
        </p:nvSpPr>
        <p:spPr>
          <a:xfrm>
            <a:off x="8986325" y="5245436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5" name="Shape 50">
            <a:extLst>
              <a:ext uri="{FF2B5EF4-FFF2-40B4-BE49-F238E27FC236}">
                <a16:creationId xmlns:a16="http://schemas.microsoft.com/office/drawing/2014/main" id="{46B6B685-6C87-F576-CA20-E478F9CD08F7}"/>
              </a:ext>
            </a:extLst>
          </p:cNvPr>
          <p:cNvSpPr/>
          <p:nvPr/>
        </p:nvSpPr>
        <p:spPr>
          <a:xfrm>
            <a:off x="9122993" y="5203340"/>
            <a:ext cx="297926" cy="284384"/>
          </a:xfrm>
          <a:prstGeom prst="roundRect">
            <a:avLst>
              <a:gd name="adj" fmla="val 9524"/>
            </a:avLst>
          </a:prstGeom>
          <a:solidFill>
            <a:srgbClr val="EEF2F1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7" name="Text 51">
            <a:extLst>
              <a:ext uri="{FF2B5EF4-FFF2-40B4-BE49-F238E27FC236}">
                <a16:creationId xmlns:a16="http://schemas.microsoft.com/office/drawing/2014/main" id="{F0F674BF-2B5C-E7F0-3F20-07028D3E0DB1}"/>
              </a:ext>
            </a:extLst>
          </p:cNvPr>
          <p:cNvSpPr/>
          <p:nvPr/>
        </p:nvSpPr>
        <p:spPr>
          <a:xfrm>
            <a:off x="9141281" y="5230772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21</a:t>
            </a:r>
            <a:endParaRPr lang="en-US" sz="750" dirty="0"/>
          </a:p>
        </p:txBody>
      </p:sp>
      <p:sp>
        <p:nvSpPr>
          <p:cNvPr id="249" name="Shape 52">
            <a:extLst>
              <a:ext uri="{FF2B5EF4-FFF2-40B4-BE49-F238E27FC236}">
                <a16:creationId xmlns:a16="http://schemas.microsoft.com/office/drawing/2014/main" id="{8F171921-8D93-2BDA-370B-C4C813BBC99C}"/>
              </a:ext>
            </a:extLst>
          </p:cNvPr>
          <p:cNvSpPr/>
          <p:nvPr/>
        </p:nvSpPr>
        <p:spPr>
          <a:xfrm>
            <a:off x="9344165" y="5249060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1" name="Shape 34">
            <a:extLst>
              <a:ext uri="{FF2B5EF4-FFF2-40B4-BE49-F238E27FC236}">
                <a16:creationId xmlns:a16="http://schemas.microsoft.com/office/drawing/2014/main" id="{38005AB0-B422-9AC9-091E-81C05F55F443}"/>
              </a:ext>
            </a:extLst>
          </p:cNvPr>
          <p:cNvSpPr/>
          <p:nvPr/>
        </p:nvSpPr>
        <p:spPr>
          <a:xfrm>
            <a:off x="9486997" y="5203340"/>
            <a:ext cx="297926" cy="284384"/>
          </a:xfrm>
          <a:prstGeom prst="roundRect">
            <a:avLst>
              <a:gd name="adj" fmla="val 9524"/>
            </a:avLst>
          </a:prstGeom>
          <a:solidFill>
            <a:srgbClr val="EEF2F1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3" name="Text 35">
            <a:extLst>
              <a:ext uri="{FF2B5EF4-FFF2-40B4-BE49-F238E27FC236}">
                <a16:creationId xmlns:a16="http://schemas.microsoft.com/office/drawing/2014/main" id="{75A887E3-EAEF-5508-D554-F16C01F9530F}"/>
              </a:ext>
            </a:extLst>
          </p:cNvPr>
          <p:cNvSpPr/>
          <p:nvPr/>
        </p:nvSpPr>
        <p:spPr>
          <a:xfrm>
            <a:off x="9505285" y="5230772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/>
              <a:t>22</a:t>
            </a:r>
          </a:p>
        </p:txBody>
      </p:sp>
      <p:sp>
        <p:nvSpPr>
          <p:cNvPr id="255" name="Shape 36">
            <a:extLst>
              <a:ext uri="{FF2B5EF4-FFF2-40B4-BE49-F238E27FC236}">
                <a16:creationId xmlns:a16="http://schemas.microsoft.com/office/drawing/2014/main" id="{72C0E1CF-604C-E964-447C-F7D3E46B2AF5}"/>
              </a:ext>
            </a:extLst>
          </p:cNvPr>
          <p:cNvSpPr/>
          <p:nvPr/>
        </p:nvSpPr>
        <p:spPr>
          <a:xfrm>
            <a:off x="9703406" y="5249060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7" name="Shape 37">
            <a:extLst>
              <a:ext uri="{FF2B5EF4-FFF2-40B4-BE49-F238E27FC236}">
                <a16:creationId xmlns:a16="http://schemas.microsoft.com/office/drawing/2014/main" id="{7280A52A-182D-F20D-292D-B184498A9F15}"/>
              </a:ext>
            </a:extLst>
          </p:cNvPr>
          <p:cNvSpPr/>
          <p:nvPr/>
        </p:nvSpPr>
        <p:spPr>
          <a:xfrm>
            <a:off x="9837176" y="5203096"/>
            <a:ext cx="297926" cy="284384"/>
          </a:xfrm>
          <a:prstGeom prst="roundRect">
            <a:avLst>
              <a:gd name="adj" fmla="val 9524"/>
            </a:avLst>
          </a:prstGeom>
          <a:solidFill>
            <a:srgbClr val="EEF2F1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9" name="Text 38">
            <a:extLst>
              <a:ext uri="{FF2B5EF4-FFF2-40B4-BE49-F238E27FC236}">
                <a16:creationId xmlns:a16="http://schemas.microsoft.com/office/drawing/2014/main" id="{6F9630DC-ECDB-B173-AA79-50E7F38AE35A}"/>
              </a:ext>
            </a:extLst>
          </p:cNvPr>
          <p:cNvSpPr/>
          <p:nvPr/>
        </p:nvSpPr>
        <p:spPr>
          <a:xfrm>
            <a:off x="9855464" y="5230528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23</a:t>
            </a:r>
            <a:endParaRPr lang="en-US" sz="750" dirty="0"/>
          </a:p>
        </p:txBody>
      </p:sp>
      <p:sp>
        <p:nvSpPr>
          <p:cNvPr id="261" name="Shape 39">
            <a:extLst>
              <a:ext uri="{FF2B5EF4-FFF2-40B4-BE49-F238E27FC236}">
                <a16:creationId xmlns:a16="http://schemas.microsoft.com/office/drawing/2014/main" id="{2F4EBF22-5E6D-6B04-2E8F-28934EFFB5B1}"/>
              </a:ext>
            </a:extLst>
          </p:cNvPr>
          <p:cNvSpPr/>
          <p:nvPr/>
        </p:nvSpPr>
        <p:spPr>
          <a:xfrm>
            <a:off x="10053585" y="5248816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263" name="Shape 40">
            <a:extLst>
              <a:ext uri="{FF2B5EF4-FFF2-40B4-BE49-F238E27FC236}">
                <a16:creationId xmlns:a16="http://schemas.microsoft.com/office/drawing/2014/main" id="{8E88F748-2AEB-9570-6049-DC1F45FC5F6D}"/>
              </a:ext>
            </a:extLst>
          </p:cNvPr>
          <p:cNvSpPr/>
          <p:nvPr/>
        </p:nvSpPr>
        <p:spPr>
          <a:xfrm>
            <a:off x="10196681" y="5203096"/>
            <a:ext cx="297926" cy="284384"/>
          </a:xfrm>
          <a:prstGeom prst="roundRect">
            <a:avLst>
              <a:gd name="adj" fmla="val 9524"/>
            </a:avLst>
          </a:prstGeom>
          <a:solidFill>
            <a:srgbClr val="EEF2F1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5" name="Text 41">
            <a:extLst>
              <a:ext uri="{FF2B5EF4-FFF2-40B4-BE49-F238E27FC236}">
                <a16:creationId xmlns:a16="http://schemas.microsoft.com/office/drawing/2014/main" id="{BBAAACA6-482C-DAAF-D49B-CCE1F4D1A5FA}"/>
              </a:ext>
            </a:extLst>
          </p:cNvPr>
          <p:cNvSpPr/>
          <p:nvPr/>
        </p:nvSpPr>
        <p:spPr>
          <a:xfrm>
            <a:off x="10214969" y="5230528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24</a:t>
            </a:r>
            <a:endParaRPr lang="en-US" sz="750" dirty="0"/>
          </a:p>
        </p:txBody>
      </p:sp>
      <p:sp>
        <p:nvSpPr>
          <p:cNvPr id="267" name="Shape 42">
            <a:extLst>
              <a:ext uri="{FF2B5EF4-FFF2-40B4-BE49-F238E27FC236}">
                <a16:creationId xmlns:a16="http://schemas.microsoft.com/office/drawing/2014/main" id="{9FA2E8DC-99AB-6FD7-198F-A03D7DCAF08B}"/>
              </a:ext>
            </a:extLst>
          </p:cNvPr>
          <p:cNvSpPr/>
          <p:nvPr/>
        </p:nvSpPr>
        <p:spPr>
          <a:xfrm>
            <a:off x="10536950" y="5203096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6F8F7"/>
          </a:solidFill>
          <a:ln w="6350">
            <a:solidFill>
              <a:srgbClr val="EEF2F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9" name="Text 43">
            <a:extLst>
              <a:ext uri="{FF2B5EF4-FFF2-40B4-BE49-F238E27FC236}">
                <a16:creationId xmlns:a16="http://schemas.microsoft.com/office/drawing/2014/main" id="{5B017A91-F141-48E8-D76E-8460624C8238}"/>
              </a:ext>
            </a:extLst>
          </p:cNvPr>
          <p:cNvSpPr/>
          <p:nvPr/>
        </p:nvSpPr>
        <p:spPr>
          <a:xfrm>
            <a:off x="10555238" y="5230528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8DFDD"/>
                </a:solidFill>
                <a:latin typeface="Space Grotesk" pitchFamily="34" charset="0"/>
                <a:ea typeface="Space Grotesk" pitchFamily="34" charset="-122"/>
              </a:rPr>
              <a:t>25</a:t>
            </a:r>
            <a:endParaRPr lang="en-US" sz="750" dirty="0">
              <a:solidFill>
                <a:srgbClr val="D8DFDD"/>
              </a:solidFill>
            </a:endParaRPr>
          </a:p>
        </p:txBody>
      </p:sp>
      <p:sp>
        <p:nvSpPr>
          <p:cNvPr id="271" name="Shape 44">
            <a:extLst>
              <a:ext uri="{FF2B5EF4-FFF2-40B4-BE49-F238E27FC236}">
                <a16:creationId xmlns:a16="http://schemas.microsoft.com/office/drawing/2014/main" id="{445161BB-7318-CAC1-FDEF-559F2580FEEE}"/>
              </a:ext>
            </a:extLst>
          </p:cNvPr>
          <p:cNvSpPr/>
          <p:nvPr/>
        </p:nvSpPr>
        <p:spPr>
          <a:xfrm>
            <a:off x="8427275" y="5560457"/>
            <a:ext cx="297926" cy="284384"/>
          </a:xfrm>
          <a:prstGeom prst="roundRect">
            <a:avLst>
              <a:gd name="adj" fmla="val 9524"/>
            </a:avLst>
          </a:prstGeom>
          <a:solidFill>
            <a:srgbClr val="F6F8F7"/>
          </a:solidFill>
          <a:ln w="6350">
            <a:solidFill>
              <a:srgbClr val="EEF2F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3" name="Text 45">
            <a:extLst>
              <a:ext uri="{FF2B5EF4-FFF2-40B4-BE49-F238E27FC236}">
                <a16:creationId xmlns:a16="http://schemas.microsoft.com/office/drawing/2014/main" id="{3368D340-15BE-2BE3-3490-1402F9A3BB46}"/>
              </a:ext>
            </a:extLst>
          </p:cNvPr>
          <p:cNvSpPr/>
          <p:nvPr/>
        </p:nvSpPr>
        <p:spPr>
          <a:xfrm>
            <a:off x="8436071" y="5587889"/>
            <a:ext cx="270842" cy="148963"/>
          </a:xfrm>
          <a:prstGeom prst="rect">
            <a:avLst/>
          </a:prstGeom>
          <a:solidFill>
            <a:srgbClr val="F6F8F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750" dirty="0">
                <a:solidFill>
                  <a:srgbClr val="D8DFDD"/>
                </a:solidFill>
              </a:rPr>
              <a:t>26</a:t>
            </a:r>
            <a:endParaRPr lang="en-US" sz="750" dirty="0">
              <a:solidFill>
                <a:srgbClr val="D8DFDD"/>
              </a:solidFill>
            </a:endParaRPr>
          </a:p>
        </p:txBody>
      </p:sp>
      <p:sp>
        <p:nvSpPr>
          <p:cNvPr id="275" name="Shape 47">
            <a:extLst>
              <a:ext uri="{FF2B5EF4-FFF2-40B4-BE49-F238E27FC236}">
                <a16:creationId xmlns:a16="http://schemas.microsoft.com/office/drawing/2014/main" id="{84DECDD0-2A68-0807-0DC3-B4E66EE4F807}"/>
              </a:ext>
            </a:extLst>
          </p:cNvPr>
          <p:cNvSpPr/>
          <p:nvPr/>
        </p:nvSpPr>
        <p:spPr>
          <a:xfrm>
            <a:off x="8772250" y="5558953"/>
            <a:ext cx="297926" cy="284384"/>
          </a:xfrm>
          <a:prstGeom prst="roundRect">
            <a:avLst>
              <a:gd name="adj" fmla="val 9524"/>
            </a:avLst>
          </a:prstGeom>
          <a:solidFill>
            <a:srgbClr val="EEF2F1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7" name="Text 48">
            <a:extLst>
              <a:ext uri="{FF2B5EF4-FFF2-40B4-BE49-F238E27FC236}">
                <a16:creationId xmlns:a16="http://schemas.microsoft.com/office/drawing/2014/main" id="{F29FEFCF-39E2-34D2-DBBB-7BB624D089F4}"/>
              </a:ext>
            </a:extLst>
          </p:cNvPr>
          <p:cNvSpPr/>
          <p:nvPr/>
        </p:nvSpPr>
        <p:spPr>
          <a:xfrm>
            <a:off x="8790538" y="5582575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2</a:t>
            </a:r>
            <a:r>
              <a:rPr lang="en-US" altLang="zh-TW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7</a:t>
            </a:r>
            <a:endParaRPr lang="en-US" sz="750" dirty="0"/>
          </a:p>
        </p:txBody>
      </p:sp>
      <p:sp>
        <p:nvSpPr>
          <p:cNvPr id="279" name="Shape 49">
            <a:extLst>
              <a:ext uri="{FF2B5EF4-FFF2-40B4-BE49-F238E27FC236}">
                <a16:creationId xmlns:a16="http://schemas.microsoft.com/office/drawing/2014/main" id="{E91E725A-E543-E9ED-9520-569FF8CAE58A}"/>
              </a:ext>
            </a:extLst>
          </p:cNvPr>
          <p:cNvSpPr/>
          <p:nvPr/>
        </p:nvSpPr>
        <p:spPr>
          <a:xfrm>
            <a:off x="8986274" y="5600863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1" name="Shape 50">
            <a:extLst>
              <a:ext uri="{FF2B5EF4-FFF2-40B4-BE49-F238E27FC236}">
                <a16:creationId xmlns:a16="http://schemas.microsoft.com/office/drawing/2014/main" id="{ADE6737C-A882-7A1A-8523-0C7D285E14E2}"/>
              </a:ext>
            </a:extLst>
          </p:cNvPr>
          <p:cNvSpPr/>
          <p:nvPr/>
        </p:nvSpPr>
        <p:spPr>
          <a:xfrm>
            <a:off x="9122942" y="5558767"/>
            <a:ext cx="297926" cy="284384"/>
          </a:xfrm>
          <a:prstGeom prst="roundRect">
            <a:avLst>
              <a:gd name="adj" fmla="val 9524"/>
            </a:avLst>
          </a:prstGeom>
          <a:solidFill>
            <a:srgbClr val="EEF2F1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3" name="Text 51">
            <a:extLst>
              <a:ext uri="{FF2B5EF4-FFF2-40B4-BE49-F238E27FC236}">
                <a16:creationId xmlns:a16="http://schemas.microsoft.com/office/drawing/2014/main" id="{C4FB8D31-E363-864B-B8D8-256DBBACA0BC}"/>
              </a:ext>
            </a:extLst>
          </p:cNvPr>
          <p:cNvSpPr/>
          <p:nvPr/>
        </p:nvSpPr>
        <p:spPr>
          <a:xfrm>
            <a:off x="9141230" y="5586199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28</a:t>
            </a:r>
            <a:endParaRPr lang="en-US" sz="750" dirty="0"/>
          </a:p>
        </p:txBody>
      </p:sp>
      <p:sp>
        <p:nvSpPr>
          <p:cNvPr id="285" name="Shape 52">
            <a:extLst>
              <a:ext uri="{FF2B5EF4-FFF2-40B4-BE49-F238E27FC236}">
                <a16:creationId xmlns:a16="http://schemas.microsoft.com/office/drawing/2014/main" id="{4690C151-77F5-5B21-697B-A4815EDF41A3}"/>
              </a:ext>
            </a:extLst>
          </p:cNvPr>
          <p:cNvSpPr/>
          <p:nvPr/>
        </p:nvSpPr>
        <p:spPr>
          <a:xfrm>
            <a:off x="9344114" y="5604487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7" name="Shape 34">
            <a:extLst>
              <a:ext uri="{FF2B5EF4-FFF2-40B4-BE49-F238E27FC236}">
                <a16:creationId xmlns:a16="http://schemas.microsoft.com/office/drawing/2014/main" id="{69ED7CB6-8B4C-CD0E-8395-01E30DD0185F}"/>
              </a:ext>
            </a:extLst>
          </p:cNvPr>
          <p:cNvSpPr/>
          <p:nvPr/>
        </p:nvSpPr>
        <p:spPr>
          <a:xfrm>
            <a:off x="9486946" y="5558767"/>
            <a:ext cx="297926" cy="284384"/>
          </a:xfrm>
          <a:prstGeom prst="roundRect">
            <a:avLst>
              <a:gd name="adj" fmla="val 9524"/>
            </a:avLst>
          </a:prstGeom>
          <a:solidFill>
            <a:srgbClr val="EEF2F1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9" name="Text 35">
            <a:extLst>
              <a:ext uri="{FF2B5EF4-FFF2-40B4-BE49-F238E27FC236}">
                <a16:creationId xmlns:a16="http://schemas.microsoft.com/office/drawing/2014/main" id="{37A69D9E-ED80-50E2-02D0-C7D675850A77}"/>
              </a:ext>
            </a:extLst>
          </p:cNvPr>
          <p:cNvSpPr/>
          <p:nvPr/>
        </p:nvSpPr>
        <p:spPr>
          <a:xfrm>
            <a:off x="9505234" y="5586199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750" dirty="0"/>
              <a:t>29</a:t>
            </a:r>
            <a:endParaRPr lang="en-US" sz="750" dirty="0"/>
          </a:p>
        </p:txBody>
      </p:sp>
      <p:sp>
        <p:nvSpPr>
          <p:cNvPr id="291" name="Shape 36">
            <a:extLst>
              <a:ext uri="{FF2B5EF4-FFF2-40B4-BE49-F238E27FC236}">
                <a16:creationId xmlns:a16="http://schemas.microsoft.com/office/drawing/2014/main" id="{C513F0CF-5A7A-C657-9305-8C4C5976C4DE}"/>
              </a:ext>
            </a:extLst>
          </p:cNvPr>
          <p:cNvSpPr/>
          <p:nvPr/>
        </p:nvSpPr>
        <p:spPr>
          <a:xfrm>
            <a:off x="9703355" y="5604487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3" name="Shape 37">
            <a:extLst>
              <a:ext uri="{FF2B5EF4-FFF2-40B4-BE49-F238E27FC236}">
                <a16:creationId xmlns:a16="http://schemas.microsoft.com/office/drawing/2014/main" id="{DE742FBA-CDED-8A72-4A08-85448E14BB3D}"/>
              </a:ext>
            </a:extLst>
          </p:cNvPr>
          <p:cNvSpPr/>
          <p:nvPr/>
        </p:nvSpPr>
        <p:spPr>
          <a:xfrm>
            <a:off x="9837125" y="5558523"/>
            <a:ext cx="297926" cy="284384"/>
          </a:xfrm>
          <a:prstGeom prst="roundRect">
            <a:avLst>
              <a:gd name="adj" fmla="val 9524"/>
            </a:avLst>
          </a:prstGeom>
          <a:solidFill>
            <a:srgbClr val="EEF2F1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5" name="Text 38">
            <a:extLst>
              <a:ext uri="{FF2B5EF4-FFF2-40B4-BE49-F238E27FC236}">
                <a16:creationId xmlns:a16="http://schemas.microsoft.com/office/drawing/2014/main" id="{765E5CD5-C887-A89D-5498-FAA6EF126778}"/>
              </a:ext>
            </a:extLst>
          </p:cNvPr>
          <p:cNvSpPr/>
          <p:nvPr/>
        </p:nvSpPr>
        <p:spPr>
          <a:xfrm>
            <a:off x="9855413" y="5585955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30</a:t>
            </a:r>
            <a:endParaRPr lang="en-US" sz="750" dirty="0"/>
          </a:p>
        </p:txBody>
      </p:sp>
      <p:sp>
        <p:nvSpPr>
          <p:cNvPr id="297" name="Shape 39">
            <a:extLst>
              <a:ext uri="{FF2B5EF4-FFF2-40B4-BE49-F238E27FC236}">
                <a16:creationId xmlns:a16="http://schemas.microsoft.com/office/drawing/2014/main" id="{346804C9-D392-D075-CAE7-9C664938B316}"/>
              </a:ext>
            </a:extLst>
          </p:cNvPr>
          <p:cNvSpPr/>
          <p:nvPr/>
        </p:nvSpPr>
        <p:spPr>
          <a:xfrm>
            <a:off x="10053534" y="5604243"/>
            <a:ext cx="47397" cy="47397"/>
          </a:xfrm>
          <a:prstGeom prst="ellipse">
            <a:avLst/>
          </a:prstGeom>
          <a:solidFill>
            <a:srgbClr val="1F8F86"/>
          </a:solidFill>
          <a:ln/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299" name="Shape 40">
            <a:extLst>
              <a:ext uri="{FF2B5EF4-FFF2-40B4-BE49-F238E27FC236}">
                <a16:creationId xmlns:a16="http://schemas.microsoft.com/office/drawing/2014/main" id="{A9C940F5-9D7F-7298-8AEF-1F874AC1BE32}"/>
              </a:ext>
            </a:extLst>
          </p:cNvPr>
          <p:cNvSpPr/>
          <p:nvPr/>
        </p:nvSpPr>
        <p:spPr>
          <a:xfrm>
            <a:off x="10196630" y="5558523"/>
            <a:ext cx="297926" cy="284384"/>
          </a:xfrm>
          <a:prstGeom prst="roundRect">
            <a:avLst>
              <a:gd name="adj" fmla="val 9524"/>
            </a:avLst>
          </a:prstGeom>
          <a:solidFill>
            <a:srgbClr val="EEF2F1"/>
          </a:solidFill>
          <a:ln w="6350">
            <a:solidFill>
              <a:srgbClr val="D8DF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1" name="Text 41">
            <a:extLst>
              <a:ext uri="{FF2B5EF4-FFF2-40B4-BE49-F238E27FC236}">
                <a16:creationId xmlns:a16="http://schemas.microsoft.com/office/drawing/2014/main" id="{E0699919-1872-90C1-355C-3FE448081ACA}"/>
              </a:ext>
            </a:extLst>
          </p:cNvPr>
          <p:cNvSpPr/>
          <p:nvPr/>
        </p:nvSpPr>
        <p:spPr>
          <a:xfrm>
            <a:off x="10214918" y="5585955"/>
            <a:ext cx="270842" cy="14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750" dirty="0">
                <a:solidFill>
                  <a:srgbClr val="16242E"/>
                </a:solidFill>
                <a:latin typeface="Space Grotesk" pitchFamily="34" charset="0"/>
                <a:ea typeface="Space Grotesk" pitchFamily="34" charset="-122"/>
              </a:rPr>
              <a:t>31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913403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1A1D2D7-73C6-4BE0-3264-B38C736B355F}"/>
              </a:ext>
            </a:extLst>
          </p:cNvPr>
          <p:cNvSpPr/>
          <p:nvPr/>
        </p:nvSpPr>
        <p:spPr>
          <a:xfrm>
            <a:off x="0" y="310896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mbria" pitchFamily="34" charset="-120"/>
              </a:rPr>
              <a:t>感謝閱讀</a:t>
            </a:r>
            <a:endParaRPr 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C83105A-0F2C-DB89-765A-50C136F4D453}"/>
              </a:ext>
            </a:extLst>
          </p:cNvPr>
          <p:cNvSpPr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3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如有設定或操作上的問題，歡迎隨時與威志雲端聯繫</a:t>
            </a:r>
            <a:endParaRPr 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577BBE6E-736D-AA8C-3501-1725FF6ECAD0}"/>
              </a:ext>
            </a:extLst>
          </p:cNvPr>
          <p:cNvSpPr/>
          <p:nvPr/>
        </p:nvSpPr>
        <p:spPr>
          <a:xfrm>
            <a:off x="5364328" y="457200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1F8F86"/>
          </a:solidFill>
          <a:ln>
            <a:solidFill>
              <a:srgbClr val="1F8F86"/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651437DC-63E4-C714-99DD-89B982FAFABC}"/>
              </a:ext>
            </a:extLst>
          </p:cNvPr>
          <p:cNvSpPr/>
          <p:nvPr/>
        </p:nvSpPr>
        <p:spPr>
          <a:xfrm>
            <a:off x="5364328" y="45720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威志雲端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41727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925</TotalTime>
  <Words>592</Words>
  <Application>Microsoft Office PowerPoint</Application>
  <PresentationFormat>寬螢幕</PresentationFormat>
  <Paragraphs>247</Paragraphs>
  <Slides>9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Space Grotesk</vt:lpstr>
      <vt:lpstr>Microsoft JhengHei</vt:lpstr>
      <vt:lpstr>Microsoft JhengHei</vt:lpstr>
      <vt:lpstr>Arial</vt:lpstr>
      <vt:lpstr>Calibri</vt:lpstr>
      <vt:lpstr>IBM Plex Sans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NANA NIU</dc:creator>
  <cp:lastModifiedBy>NANA NIU</cp:lastModifiedBy>
  <cp:revision>8</cp:revision>
  <dcterms:created xsi:type="dcterms:W3CDTF">2026-07-15T03:19:00Z</dcterms:created>
  <dcterms:modified xsi:type="dcterms:W3CDTF">2026-07-21T02:26:06Z</dcterms:modified>
</cp:coreProperties>
</file>